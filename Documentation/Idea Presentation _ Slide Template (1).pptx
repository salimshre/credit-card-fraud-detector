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50"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6" Type="http://schemas.openxmlformats.org/officeDocument/2006/relationships/slide" Target="slides/slide12.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NP"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 name="Shape 42"/>
        <p:cNvGrpSpPr/>
        <p:nvPr/>
      </p:nvGrpSpPr>
      <p:grpSpPr>
        <a:xfrm>
          <a:off x="0" y="0"/>
          <a:ext cx="0" cy="0"/>
          <a:chOff x="0" y="0"/>
          <a:chExt cx="0" cy="0"/>
        </a:xfrm>
      </p:grpSpPr>
      <p:sp>
        <p:nvSpPr>
          <p:cNvPr id="43" name="Google Shape;43;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 name="Google Shape;44;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NP"/>
              <a:t>Remember to keep your slides simple and easy to read. Use visuals to help illustrate your points, and use bullet points to keep text to a minimum. Make sure your font is large enough to be easily read from the back of the room. And most importantly, practice your presentation so you feel confident and comfortable on the day.</a:t>
            </a:r>
            <a:endParaRPr/>
          </a:p>
          <a:p>
            <a:pPr indent="0" lvl="0" marL="0" rtl="0" algn="l">
              <a:spcBef>
                <a:spcPts val="0"/>
              </a:spcBef>
              <a:spcAft>
                <a:spcPts val="0"/>
              </a:spcAft>
              <a:buNone/>
            </a:pPr>
            <a:r>
              <a:t/>
            </a:r>
            <a:endParaRPr/>
          </a:p>
          <a:p>
            <a:pPr indent="0" lvl="0" marL="0" rtl="0" algn="l">
              <a:spcBef>
                <a:spcPts val="0"/>
              </a:spcBef>
              <a:spcAft>
                <a:spcPts val="0"/>
              </a:spcAft>
              <a:buNone/>
            </a:pPr>
            <a:r>
              <a:rPr lang="en-NP"/>
              <a:t>Cover Slide: </a:t>
            </a:r>
            <a:endParaRPr/>
          </a:p>
          <a:p>
            <a:pPr indent="-317500" lvl="0" marL="457200" rtl="0" algn="l">
              <a:spcBef>
                <a:spcPts val="0"/>
              </a:spcBef>
              <a:spcAft>
                <a:spcPts val="0"/>
              </a:spcAft>
              <a:buSzPts val="1400"/>
              <a:buChar char="●"/>
            </a:pPr>
            <a:r>
              <a:rPr lang="en-NP"/>
              <a:t>This slide should introduce your topic and include the title of your presentation and your name.</a:t>
            </a:r>
            <a:endParaRPr/>
          </a:p>
        </p:txBody>
      </p:sp>
      <p:sp>
        <p:nvSpPr>
          <p:cNvPr id="45" name="Google Shape;45;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NP"/>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 name="Google Shape;53;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NP"/>
              <a:t>Content/Agenda: </a:t>
            </a:r>
            <a:endParaRPr b="1"/>
          </a:p>
          <a:p>
            <a:pPr indent="-317500" lvl="0" marL="457200" rtl="0" algn="l">
              <a:spcBef>
                <a:spcPts val="0"/>
              </a:spcBef>
              <a:spcAft>
                <a:spcPts val="0"/>
              </a:spcAft>
              <a:buSzPts val="1400"/>
              <a:buChar char="●"/>
            </a:pPr>
            <a:r>
              <a:rPr lang="en-NP"/>
              <a:t>On this slide, provide a quick overview of what your presentation will cover. This will help your audience understand what to expect.</a:t>
            </a:r>
            <a:endParaRPr/>
          </a:p>
        </p:txBody>
      </p:sp>
      <p:sp>
        <p:nvSpPr>
          <p:cNvPr id="54" name="Google Shape;54;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NP"/>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 name="Google Shape;61;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NP"/>
              <a:t>Introduction</a:t>
            </a:r>
            <a:endParaRPr b="1"/>
          </a:p>
          <a:p>
            <a:pPr indent="-317500" lvl="0" marL="457200" rtl="0" algn="l">
              <a:spcBef>
                <a:spcPts val="0"/>
              </a:spcBef>
              <a:spcAft>
                <a:spcPts val="0"/>
              </a:spcAft>
              <a:buSzPts val="1400"/>
              <a:buChar char="●"/>
            </a:pPr>
            <a:r>
              <a:rPr lang="en-NP"/>
              <a:t>Explain why this topic is important to you and to your intended audience.</a:t>
            </a:r>
            <a:endParaRPr/>
          </a:p>
          <a:p>
            <a:pPr indent="0" lvl="0" marL="0" rtl="0" algn="l">
              <a:spcBef>
                <a:spcPts val="0"/>
              </a:spcBef>
              <a:spcAft>
                <a:spcPts val="0"/>
              </a:spcAft>
              <a:buNone/>
            </a:pPr>
            <a:r>
              <a:t/>
            </a:r>
            <a:endParaRPr b="1"/>
          </a:p>
          <a:p>
            <a:pPr indent="0" lvl="0" marL="0" rtl="0" algn="l">
              <a:spcBef>
                <a:spcPts val="0"/>
              </a:spcBef>
              <a:spcAft>
                <a:spcPts val="0"/>
              </a:spcAft>
              <a:buNone/>
            </a:pPr>
            <a:r>
              <a:rPr b="1" lang="en-NP"/>
              <a:t>What we present here</a:t>
            </a:r>
            <a:endParaRPr b="1"/>
          </a:p>
          <a:p>
            <a:pPr indent="-317500" lvl="0" marL="457200" rtl="0" algn="l">
              <a:spcBef>
                <a:spcPts val="0"/>
              </a:spcBef>
              <a:spcAft>
                <a:spcPts val="0"/>
              </a:spcAft>
              <a:buSzPts val="1400"/>
              <a:buChar char="●"/>
            </a:pPr>
            <a:r>
              <a:rPr lang="en-NP"/>
              <a:t>Providing a brief overview of the project idea</a:t>
            </a:r>
            <a:endParaRPr/>
          </a:p>
          <a:p>
            <a:pPr indent="-317500" lvl="0" marL="457200" rtl="0" algn="l">
              <a:spcBef>
                <a:spcPts val="0"/>
              </a:spcBef>
              <a:spcAft>
                <a:spcPts val="0"/>
              </a:spcAft>
              <a:buSzPts val="1400"/>
              <a:buChar char="●"/>
            </a:pPr>
            <a:r>
              <a:rPr lang="en-NP"/>
              <a:t>Describing the scope and goals of the project</a:t>
            </a:r>
            <a:endParaRPr/>
          </a:p>
          <a:p>
            <a:pPr indent="-317500" lvl="0" marL="457200" rtl="0" algn="l">
              <a:spcBef>
                <a:spcPts val="0"/>
              </a:spcBef>
              <a:spcAft>
                <a:spcPts val="0"/>
              </a:spcAft>
              <a:buSzPts val="1400"/>
              <a:buChar char="●"/>
            </a:pPr>
            <a:r>
              <a:rPr lang="en-NP"/>
              <a:t>Introducing the project team members and their roles</a:t>
            </a:r>
            <a:endParaRPr/>
          </a:p>
          <a:p>
            <a:pPr indent="0" lvl="0" marL="0" rtl="0" algn="l">
              <a:spcBef>
                <a:spcPts val="0"/>
              </a:spcBef>
              <a:spcAft>
                <a:spcPts val="0"/>
              </a:spcAft>
              <a:buNone/>
            </a:pPr>
            <a:r>
              <a:t/>
            </a:r>
            <a:endParaRPr/>
          </a:p>
        </p:txBody>
      </p:sp>
      <p:sp>
        <p:nvSpPr>
          <p:cNvPr id="62" name="Google Shape;62;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NP"/>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 name="Google Shape;69;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NP"/>
              <a:t>Problem Statement</a:t>
            </a:r>
            <a:endParaRPr b="1"/>
          </a:p>
          <a:p>
            <a:pPr indent="-317500" lvl="0" marL="457200" rtl="0" algn="l">
              <a:spcBef>
                <a:spcPts val="0"/>
              </a:spcBef>
              <a:spcAft>
                <a:spcPts val="0"/>
              </a:spcAft>
              <a:buSzPts val="1400"/>
              <a:buChar char="●"/>
            </a:pPr>
            <a:r>
              <a:rPr lang="en-NP"/>
              <a:t>Explain the problem you are trying to solve or the opportunity you are trying to seize. Use data or statistics to support your claims.</a:t>
            </a:r>
            <a:endParaRPr/>
          </a:p>
          <a:p>
            <a:pPr indent="0" lvl="0" marL="0" rtl="0" algn="l">
              <a:spcBef>
                <a:spcPts val="0"/>
              </a:spcBef>
              <a:spcAft>
                <a:spcPts val="0"/>
              </a:spcAft>
              <a:buNone/>
            </a:pPr>
            <a:r>
              <a:t/>
            </a:r>
            <a:endParaRPr b="1"/>
          </a:p>
          <a:p>
            <a:pPr indent="0" lvl="0" marL="0" rtl="0" algn="l">
              <a:spcBef>
                <a:spcPts val="0"/>
              </a:spcBef>
              <a:spcAft>
                <a:spcPts val="0"/>
              </a:spcAft>
              <a:buNone/>
            </a:pPr>
            <a:r>
              <a:rPr b="1" lang="en-NP"/>
              <a:t>What we present here</a:t>
            </a:r>
            <a:endParaRPr b="1"/>
          </a:p>
          <a:p>
            <a:pPr indent="-317500" lvl="0" marL="457200" rtl="0" algn="l">
              <a:spcBef>
                <a:spcPts val="0"/>
              </a:spcBef>
              <a:spcAft>
                <a:spcPts val="0"/>
              </a:spcAft>
              <a:buSzPts val="1400"/>
              <a:buChar char="●"/>
            </a:pPr>
            <a:r>
              <a:rPr lang="en-NP"/>
              <a:t>Identifying the problem that the project aims to solve</a:t>
            </a:r>
            <a:endParaRPr/>
          </a:p>
          <a:p>
            <a:pPr indent="-317500" lvl="0" marL="457200" rtl="0" algn="l">
              <a:spcBef>
                <a:spcPts val="0"/>
              </a:spcBef>
              <a:spcAft>
                <a:spcPts val="0"/>
              </a:spcAft>
              <a:buSzPts val="1400"/>
              <a:buChar char="●"/>
            </a:pPr>
            <a:r>
              <a:rPr lang="en-NP"/>
              <a:t>Providing background information and context for the problem</a:t>
            </a:r>
            <a:endParaRPr/>
          </a:p>
          <a:p>
            <a:pPr indent="-317500" lvl="0" marL="457200" rtl="0" algn="l">
              <a:spcBef>
                <a:spcPts val="0"/>
              </a:spcBef>
              <a:spcAft>
                <a:spcPts val="0"/>
              </a:spcAft>
              <a:buSzPts val="1400"/>
              <a:buChar char="●"/>
            </a:pPr>
            <a:r>
              <a:rPr lang="en-NP"/>
              <a:t>Highlighting the importance and impact of the problem on the target audience or stakeholders</a:t>
            </a:r>
            <a:endParaRPr/>
          </a:p>
          <a:p>
            <a:pPr indent="0" lvl="0" marL="0" rtl="0" algn="l">
              <a:spcBef>
                <a:spcPts val="0"/>
              </a:spcBef>
              <a:spcAft>
                <a:spcPts val="0"/>
              </a:spcAft>
              <a:buNone/>
            </a:pPr>
            <a:r>
              <a:t/>
            </a:r>
            <a:endParaRPr b="1"/>
          </a:p>
        </p:txBody>
      </p:sp>
      <p:sp>
        <p:nvSpPr>
          <p:cNvPr id="70" name="Google Shape;70;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NP"/>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 name="Google Shape;77;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NP"/>
              <a:t>Motivate</a:t>
            </a:r>
            <a:endParaRPr b="1"/>
          </a:p>
          <a:p>
            <a:pPr indent="-317500" lvl="0" marL="457200" rtl="0" algn="l">
              <a:spcBef>
                <a:spcPts val="0"/>
              </a:spcBef>
              <a:spcAft>
                <a:spcPts val="0"/>
              </a:spcAft>
              <a:buSzPts val="1400"/>
              <a:buChar char="●"/>
            </a:pPr>
            <a:r>
              <a:rPr lang="en-NP"/>
              <a:t>Explain why this problem or opportunity is important to you and to your intended audience. Use examples or stories to illustrate your point.</a:t>
            </a:r>
            <a:endParaRPr/>
          </a:p>
          <a:p>
            <a:pPr indent="0" lvl="0" marL="0" rtl="0" algn="l">
              <a:spcBef>
                <a:spcPts val="0"/>
              </a:spcBef>
              <a:spcAft>
                <a:spcPts val="0"/>
              </a:spcAft>
              <a:buNone/>
            </a:pPr>
            <a:r>
              <a:t/>
            </a:r>
            <a:endParaRPr b="1"/>
          </a:p>
          <a:p>
            <a:pPr indent="0" lvl="0" marL="0" rtl="0" algn="l">
              <a:spcBef>
                <a:spcPts val="0"/>
              </a:spcBef>
              <a:spcAft>
                <a:spcPts val="0"/>
              </a:spcAft>
              <a:buNone/>
            </a:pPr>
            <a:r>
              <a:rPr b="1" lang="en-NP"/>
              <a:t>What we present here</a:t>
            </a:r>
            <a:endParaRPr b="1"/>
          </a:p>
          <a:p>
            <a:pPr indent="-317500" lvl="0" marL="457200" rtl="0" algn="l">
              <a:spcBef>
                <a:spcPts val="0"/>
              </a:spcBef>
              <a:spcAft>
                <a:spcPts val="0"/>
              </a:spcAft>
              <a:buSzPts val="1400"/>
              <a:buChar char="●"/>
            </a:pPr>
            <a:r>
              <a:rPr lang="en-NP"/>
              <a:t>Explaining the reason behind selecting this project idea</a:t>
            </a:r>
            <a:endParaRPr/>
          </a:p>
          <a:p>
            <a:pPr indent="-317500" lvl="0" marL="457200" rtl="0" algn="l">
              <a:spcBef>
                <a:spcPts val="0"/>
              </a:spcBef>
              <a:spcAft>
                <a:spcPts val="0"/>
              </a:spcAft>
              <a:buSzPts val="1400"/>
              <a:buChar char="●"/>
            </a:pPr>
            <a:r>
              <a:rPr lang="en-NP"/>
              <a:t>Discussing the potential benefits and outcomes of the project</a:t>
            </a:r>
            <a:endParaRPr/>
          </a:p>
          <a:p>
            <a:pPr indent="-317500" lvl="0" marL="457200" rtl="0" algn="l">
              <a:spcBef>
                <a:spcPts val="0"/>
              </a:spcBef>
              <a:spcAft>
                <a:spcPts val="0"/>
              </a:spcAft>
              <a:buSzPts val="1400"/>
              <a:buChar char="●"/>
            </a:pPr>
            <a:r>
              <a:rPr lang="en-NP"/>
              <a:t>Identifying any existing solutions or alternatives and their limitations</a:t>
            </a:r>
            <a:endParaRPr/>
          </a:p>
          <a:p>
            <a:pPr indent="0" lvl="0" marL="0" rtl="0" algn="l">
              <a:spcBef>
                <a:spcPts val="0"/>
              </a:spcBef>
              <a:spcAft>
                <a:spcPts val="0"/>
              </a:spcAft>
              <a:buNone/>
            </a:pPr>
            <a:r>
              <a:t/>
            </a:r>
            <a:endParaRPr/>
          </a:p>
        </p:txBody>
      </p:sp>
      <p:sp>
        <p:nvSpPr>
          <p:cNvPr id="78" name="Google Shape;78;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NP"/>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 name="Google Shape;85;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NP"/>
              <a:t>Objectives</a:t>
            </a:r>
            <a:endParaRPr/>
          </a:p>
          <a:p>
            <a:pPr indent="-317500" lvl="0" marL="457200" rtl="0" algn="l">
              <a:spcBef>
                <a:spcPts val="0"/>
              </a:spcBef>
              <a:spcAft>
                <a:spcPts val="0"/>
              </a:spcAft>
              <a:buSzPts val="1400"/>
              <a:buChar char="●"/>
            </a:pPr>
            <a:r>
              <a:rPr lang="en-NP"/>
              <a:t>Explain your project objectives, including any specific goals you have set for yourself or your team. Be sure to explain how you will measure success.</a:t>
            </a:r>
            <a:endParaRPr/>
          </a:p>
          <a:p>
            <a:pPr indent="0" lvl="0" marL="0" rtl="0" algn="l">
              <a:spcBef>
                <a:spcPts val="0"/>
              </a:spcBef>
              <a:spcAft>
                <a:spcPts val="0"/>
              </a:spcAft>
              <a:buNone/>
            </a:pPr>
            <a:r>
              <a:t/>
            </a:r>
            <a:endParaRPr b="1"/>
          </a:p>
          <a:p>
            <a:pPr indent="0" lvl="0" marL="0" rtl="0" algn="l">
              <a:spcBef>
                <a:spcPts val="0"/>
              </a:spcBef>
              <a:spcAft>
                <a:spcPts val="0"/>
              </a:spcAft>
              <a:buNone/>
            </a:pPr>
            <a:r>
              <a:rPr b="1" lang="en-NP"/>
              <a:t>What we present here</a:t>
            </a:r>
            <a:endParaRPr b="1"/>
          </a:p>
          <a:p>
            <a:pPr indent="-317500" lvl="0" marL="457200" rtl="0" algn="l">
              <a:spcBef>
                <a:spcPts val="0"/>
              </a:spcBef>
              <a:spcAft>
                <a:spcPts val="0"/>
              </a:spcAft>
              <a:buSzPts val="1400"/>
              <a:buChar char="●"/>
            </a:pPr>
            <a:r>
              <a:rPr lang="en-NP"/>
              <a:t>Defining the objectives of the project in terms of outcomes and impact</a:t>
            </a:r>
            <a:endParaRPr/>
          </a:p>
          <a:p>
            <a:pPr indent="-317500" lvl="0" marL="457200" rtl="0" algn="l">
              <a:spcBef>
                <a:spcPts val="0"/>
              </a:spcBef>
              <a:spcAft>
                <a:spcPts val="0"/>
              </a:spcAft>
              <a:buSzPts val="1400"/>
              <a:buChar char="●"/>
            </a:pPr>
            <a:r>
              <a:rPr lang="en-NP"/>
              <a:t>Providing a clear and measurable definition of success for the project</a:t>
            </a:r>
            <a:endParaRPr/>
          </a:p>
          <a:p>
            <a:pPr indent="-317500" lvl="0" marL="457200" rtl="0" algn="l">
              <a:spcBef>
                <a:spcPts val="0"/>
              </a:spcBef>
              <a:spcAft>
                <a:spcPts val="0"/>
              </a:spcAft>
              <a:buSzPts val="1400"/>
              <a:buChar char="●"/>
            </a:pPr>
            <a:r>
              <a:rPr lang="en-NP"/>
              <a:t>Outlining the target audience or stakeholders of the project and their needs</a:t>
            </a:r>
            <a:endParaRPr/>
          </a:p>
        </p:txBody>
      </p:sp>
      <p:sp>
        <p:nvSpPr>
          <p:cNvPr id="86" name="Google Shape;86;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NP"/>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 name="Google Shape;93;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NP"/>
              <a:t>Features</a:t>
            </a:r>
            <a:endParaRPr/>
          </a:p>
          <a:p>
            <a:pPr indent="-317500" lvl="0" marL="457200" rtl="0" algn="l">
              <a:spcBef>
                <a:spcPts val="0"/>
              </a:spcBef>
              <a:spcAft>
                <a:spcPts val="0"/>
              </a:spcAft>
              <a:buSzPts val="1400"/>
              <a:buChar char="●"/>
            </a:pPr>
            <a:r>
              <a:rPr lang="en-NP"/>
              <a:t>Describe the key features of your proposed solution. Use visuals or diagrams to help illustrate how it works.</a:t>
            </a:r>
            <a:endParaRPr/>
          </a:p>
          <a:p>
            <a:pPr indent="0" lvl="0" marL="0" rtl="0" algn="l">
              <a:spcBef>
                <a:spcPts val="0"/>
              </a:spcBef>
              <a:spcAft>
                <a:spcPts val="0"/>
              </a:spcAft>
              <a:buNone/>
            </a:pPr>
            <a:r>
              <a:t/>
            </a:r>
            <a:endParaRPr b="1"/>
          </a:p>
          <a:p>
            <a:pPr indent="0" lvl="0" marL="0" rtl="0" algn="l">
              <a:spcBef>
                <a:spcPts val="0"/>
              </a:spcBef>
              <a:spcAft>
                <a:spcPts val="0"/>
              </a:spcAft>
              <a:buNone/>
            </a:pPr>
            <a:r>
              <a:rPr b="1" lang="en-NP"/>
              <a:t>What we present here</a:t>
            </a:r>
            <a:endParaRPr b="1"/>
          </a:p>
          <a:p>
            <a:pPr indent="-317500" lvl="0" marL="457200" rtl="0" algn="l">
              <a:spcBef>
                <a:spcPts val="0"/>
              </a:spcBef>
              <a:spcAft>
                <a:spcPts val="0"/>
              </a:spcAft>
              <a:buClr>
                <a:schemeClr val="dk1"/>
              </a:buClr>
              <a:buSzPts val="1400"/>
              <a:buChar char="●"/>
            </a:pPr>
            <a:r>
              <a:rPr lang="en-NP"/>
              <a:t>Describing the key features and functionalities of the project</a:t>
            </a:r>
            <a:endParaRPr/>
          </a:p>
          <a:p>
            <a:pPr indent="-317500" lvl="0" marL="457200" rtl="0" algn="l">
              <a:spcBef>
                <a:spcPts val="0"/>
              </a:spcBef>
              <a:spcAft>
                <a:spcPts val="0"/>
              </a:spcAft>
              <a:buClr>
                <a:schemeClr val="dk1"/>
              </a:buClr>
              <a:buSzPts val="1400"/>
              <a:buChar char="●"/>
            </a:pPr>
            <a:r>
              <a:rPr lang="en-NP"/>
              <a:t>Discussing any unique or innovative aspects of the project</a:t>
            </a:r>
            <a:endParaRPr/>
          </a:p>
          <a:p>
            <a:pPr indent="-317500" lvl="0" marL="457200" rtl="0" algn="l">
              <a:spcBef>
                <a:spcPts val="0"/>
              </a:spcBef>
              <a:spcAft>
                <a:spcPts val="0"/>
              </a:spcAft>
              <a:buClr>
                <a:schemeClr val="dk1"/>
              </a:buClr>
              <a:buSzPts val="1400"/>
              <a:buChar char="●"/>
            </a:pPr>
            <a:r>
              <a:rPr lang="en-NP"/>
              <a:t>Outlining the expected deliverables and outcomes of the project</a:t>
            </a:r>
            <a:endParaRPr/>
          </a:p>
        </p:txBody>
      </p:sp>
      <p:sp>
        <p:nvSpPr>
          <p:cNvPr id="94" name="Google Shape;94;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NP"/>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1" name="Google Shape;101;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NP"/>
              <a:t>Platform / Development </a:t>
            </a:r>
            <a:r>
              <a:rPr lang="en-NP"/>
              <a:t>Environment</a:t>
            </a:r>
            <a:endParaRPr/>
          </a:p>
          <a:p>
            <a:pPr indent="-317500" lvl="0" marL="457200" rtl="0" algn="l">
              <a:spcBef>
                <a:spcPts val="0"/>
              </a:spcBef>
              <a:spcAft>
                <a:spcPts val="0"/>
              </a:spcAft>
              <a:buSzPts val="1400"/>
              <a:buChar char="●"/>
            </a:pPr>
            <a:r>
              <a:rPr lang="en-NP"/>
              <a:t>Explain the development environment you will be using to build your solution. Discuss any key tools or technologies you will be using.</a:t>
            </a:r>
            <a:endParaRPr/>
          </a:p>
          <a:p>
            <a:pPr indent="0" lvl="0" marL="0" rtl="0" algn="l">
              <a:spcBef>
                <a:spcPts val="0"/>
              </a:spcBef>
              <a:spcAft>
                <a:spcPts val="0"/>
              </a:spcAft>
              <a:buNone/>
            </a:pPr>
            <a:r>
              <a:t/>
            </a:r>
            <a:endParaRPr b="1"/>
          </a:p>
          <a:p>
            <a:pPr indent="0" lvl="0" marL="0" rtl="0" algn="l">
              <a:spcBef>
                <a:spcPts val="0"/>
              </a:spcBef>
              <a:spcAft>
                <a:spcPts val="0"/>
              </a:spcAft>
              <a:buNone/>
            </a:pPr>
            <a:r>
              <a:rPr b="1" lang="en-NP"/>
              <a:t>What we present here</a:t>
            </a:r>
            <a:endParaRPr b="1"/>
          </a:p>
          <a:p>
            <a:pPr indent="-317500" lvl="0" marL="457200" rtl="0" algn="l">
              <a:spcBef>
                <a:spcPts val="0"/>
              </a:spcBef>
              <a:spcAft>
                <a:spcPts val="0"/>
              </a:spcAft>
              <a:buSzPts val="1400"/>
              <a:buChar char="●"/>
            </a:pPr>
            <a:r>
              <a:rPr lang="en-NP"/>
              <a:t>Identifying the programming language and development tools used for the project</a:t>
            </a:r>
            <a:endParaRPr/>
          </a:p>
          <a:p>
            <a:pPr indent="-317500" lvl="0" marL="457200" rtl="0" algn="l">
              <a:spcBef>
                <a:spcPts val="0"/>
              </a:spcBef>
              <a:spcAft>
                <a:spcPts val="0"/>
              </a:spcAft>
              <a:buSzPts val="1400"/>
              <a:buChar char="●"/>
            </a:pPr>
            <a:r>
              <a:rPr lang="en-NP"/>
              <a:t>Discussing any relevant technical requirements or constraints</a:t>
            </a:r>
            <a:endParaRPr/>
          </a:p>
          <a:p>
            <a:pPr indent="-317500" lvl="0" marL="457200" rtl="0" algn="l">
              <a:spcBef>
                <a:spcPts val="0"/>
              </a:spcBef>
              <a:spcAft>
                <a:spcPts val="0"/>
              </a:spcAft>
              <a:buSzPts val="1400"/>
              <a:buChar char="●"/>
            </a:pPr>
            <a:r>
              <a:rPr lang="en-NP"/>
              <a:t>Outlining the testing and debugging strategies for the project</a:t>
            </a:r>
            <a:endParaRPr/>
          </a:p>
        </p:txBody>
      </p:sp>
      <p:sp>
        <p:nvSpPr>
          <p:cNvPr id="102" name="Google Shape;102;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NP"/>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 name="Google Shape;109;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NP"/>
              <a:t>Planned Timeline / Gantt Chart (</a:t>
            </a:r>
            <a:r>
              <a:rPr lang="en-NP"/>
              <a:t>Roadmap)</a:t>
            </a:r>
            <a:endParaRPr/>
          </a:p>
          <a:p>
            <a:pPr indent="-317500" lvl="0" marL="457200" rtl="0" algn="l">
              <a:spcBef>
                <a:spcPts val="0"/>
              </a:spcBef>
              <a:spcAft>
                <a:spcPts val="0"/>
              </a:spcAft>
              <a:buSzPts val="1400"/>
              <a:buChar char="●"/>
            </a:pPr>
            <a:r>
              <a:rPr lang="en-NP"/>
              <a:t>Use a Gantt chart or similar tool to illustrate your proposed timeline. Be sure to include key milestones and deadlines.</a:t>
            </a:r>
            <a:endParaRPr/>
          </a:p>
          <a:p>
            <a:pPr indent="0" lvl="0" marL="0" rtl="0" algn="l">
              <a:spcBef>
                <a:spcPts val="0"/>
              </a:spcBef>
              <a:spcAft>
                <a:spcPts val="0"/>
              </a:spcAft>
              <a:buNone/>
            </a:pPr>
            <a:r>
              <a:t/>
            </a:r>
            <a:endParaRPr b="1"/>
          </a:p>
          <a:p>
            <a:pPr indent="0" lvl="0" marL="0" rtl="0" algn="l">
              <a:spcBef>
                <a:spcPts val="0"/>
              </a:spcBef>
              <a:spcAft>
                <a:spcPts val="0"/>
              </a:spcAft>
              <a:buNone/>
            </a:pPr>
            <a:r>
              <a:rPr b="1" lang="en-NP"/>
              <a:t>What we present here</a:t>
            </a:r>
            <a:endParaRPr b="1"/>
          </a:p>
          <a:p>
            <a:pPr indent="-317500" lvl="0" marL="457200" rtl="0" algn="l">
              <a:spcBef>
                <a:spcPts val="0"/>
              </a:spcBef>
              <a:spcAft>
                <a:spcPts val="0"/>
              </a:spcAft>
              <a:buSzPts val="1400"/>
              <a:buChar char="●"/>
            </a:pPr>
            <a:r>
              <a:rPr lang="en-NP"/>
              <a:t>Creating a Gantt chart to show the proposed timeline for the project</a:t>
            </a:r>
            <a:endParaRPr/>
          </a:p>
          <a:p>
            <a:pPr indent="-317500" lvl="0" marL="457200" rtl="0" algn="l">
              <a:spcBef>
                <a:spcPts val="0"/>
              </a:spcBef>
              <a:spcAft>
                <a:spcPts val="0"/>
              </a:spcAft>
              <a:buSzPts val="1400"/>
              <a:buChar char="●"/>
            </a:pPr>
            <a:r>
              <a:rPr lang="en-NP"/>
              <a:t>Breaking down the project into manageable tasks and milestones</a:t>
            </a:r>
            <a:endParaRPr/>
          </a:p>
          <a:p>
            <a:pPr indent="-317500" lvl="0" marL="457200" rtl="0" algn="l">
              <a:spcBef>
                <a:spcPts val="0"/>
              </a:spcBef>
              <a:spcAft>
                <a:spcPts val="0"/>
              </a:spcAft>
              <a:buSzPts val="1400"/>
              <a:buChar char="●"/>
            </a:pPr>
            <a:r>
              <a:rPr lang="en-NP"/>
              <a:t>Identifying any critical path or dependencies in the project timeline</a:t>
            </a:r>
            <a:endParaRPr/>
          </a:p>
        </p:txBody>
      </p:sp>
      <p:sp>
        <p:nvSpPr>
          <p:cNvPr id="110" name="Google Shape;110;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NP"/>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2123a11ca8e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7" name="Google Shape;117;g2123a11ca8e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NP"/>
              <a:t>Business Model (Marketing and sales plan)</a:t>
            </a:r>
            <a:endParaRPr/>
          </a:p>
          <a:p>
            <a:pPr indent="-317500" lvl="0" marL="457200" rtl="0" algn="l">
              <a:spcBef>
                <a:spcPts val="0"/>
              </a:spcBef>
              <a:spcAft>
                <a:spcPts val="0"/>
              </a:spcAft>
              <a:buSzPts val="1400"/>
              <a:buChar char="●"/>
            </a:pPr>
            <a:r>
              <a:rPr lang="en-NP"/>
              <a:t>Explain your proposed business model, including your revenue streams, customer segments, and distribution channels.</a:t>
            </a:r>
            <a:endParaRPr/>
          </a:p>
          <a:p>
            <a:pPr indent="0" lvl="0" marL="0" rtl="0" algn="l">
              <a:spcBef>
                <a:spcPts val="0"/>
              </a:spcBef>
              <a:spcAft>
                <a:spcPts val="0"/>
              </a:spcAft>
              <a:buNone/>
            </a:pPr>
            <a:r>
              <a:t/>
            </a:r>
            <a:endParaRPr b="1"/>
          </a:p>
          <a:p>
            <a:pPr indent="0" lvl="0" marL="0" rtl="0" algn="l">
              <a:spcBef>
                <a:spcPts val="0"/>
              </a:spcBef>
              <a:spcAft>
                <a:spcPts val="0"/>
              </a:spcAft>
              <a:buNone/>
            </a:pPr>
            <a:r>
              <a:rPr b="1" lang="en-NP"/>
              <a:t>What we present here</a:t>
            </a:r>
            <a:endParaRPr b="1"/>
          </a:p>
          <a:p>
            <a:pPr indent="-317500" lvl="0" marL="457200" rtl="0" algn="l">
              <a:spcBef>
                <a:spcPts val="0"/>
              </a:spcBef>
              <a:spcAft>
                <a:spcPts val="0"/>
              </a:spcAft>
              <a:buSzPts val="1400"/>
              <a:buChar char="●"/>
            </a:pPr>
            <a:r>
              <a:rPr lang="en-NP"/>
              <a:t>Discussing the potential revenue streams or cost savings generated by the project</a:t>
            </a:r>
            <a:endParaRPr/>
          </a:p>
          <a:p>
            <a:pPr indent="-317500" lvl="0" marL="457200" rtl="0" algn="l">
              <a:spcBef>
                <a:spcPts val="0"/>
              </a:spcBef>
              <a:spcAft>
                <a:spcPts val="0"/>
              </a:spcAft>
              <a:buSzPts val="1400"/>
              <a:buChar char="●"/>
            </a:pPr>
            <a:r>
              <a:rPr lang="en-NP"/>
              <a:t>Outlining the target market or customers for the project</a:t>
            </a:r>
            <a:endParaRPr/>
          </a:p>
          <a:p>
            <a:pPr indent="-317500" lvl="0" marL="457200" rtl="0" algn="l">
              <a:spcBef>
                <a:spcPts val="0"/>
              </a:spcBef>
              <a:spcAft>
                <a:spcPts val="0"/>
              </a:spcAft>
              <a:buSzPts val="1400"/>
              <a:buChar char="●"/>
            </a:pPr>
            <a:r>
              <a:rPr lang="en-NP"/>
              <a:t>Identifying any partnerships or collaborations necessary for the project's success</a:t>
            </a:r>
            <a:endParaRPr/>
          </a:p>
        </p:txBody>
      </p:sp>
      <p:sp>
        <p:nvSpPr>
          <p:cNvPr id="118" name="Google Shape;118;g2123a11ca8e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NP"/>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5" name="Google Shape;125;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NP"/>
              <a:t>Conclusion</a:t>
            </a:r>
            <a:endParaRPr/>
          </a:p>
          <a:p>
            <a:pPr indent="-317500" lvl="0" marL="457200" rtl="0" algn="l">
              <a:spcBef>
                <a:spcPts val="0"/>
              </a:spcBef>
              <a:spcAft>
                <a:spcPts val="0"/>
              </a:spcAft>
              <a:buSzPts val="1400"/>
              <a:buChar char="●"/>
            </a:pPr>
            <a:r>
              <a:rPr lang="en-NP"/>
              <a:t>Summarize your presentation and emphasize why your proposed solution is important. Thank your audience for their time.</a:t>
            </a:r>
            <a:endParaRPr/>
          </a:p>
          <a:p>
            <a:pPr indent="0" lvl="0" marL="0" rtl="0" algn="l">
              <a:spcBef>
                <a:spcPts val="0"/>
              </a:spcBef>
              <a:spcAft>
                <a:spcPts val="0"/>
              </a:spcAft>
              <a:buNone/>
            </a:pPr>
            <a:r>
              <a:t/>
            </a:r>
            <a:endParaRPr b="1"/>
          </a:p>
          <a:p>
            <a:pPr indent="0" lvl="0" marL="0" rtl="0" algn="l">
              <a:spcBef>
                <a:spcPts val="0"/>
              </a:spcBef>
              <a:spcAft>
                <a:spcPts val="0"/>
              </a:spcAft>
              <a:buNone/>
            </a:pPr>
            <a:r>
              <a:rPr b="1" lang="en-NP"/>
              <a:t>What we present here</a:t>
            </a:r>
            <a:endParaRPr b="1"/>
          </a:p>
          <a:p>
            <a:pPr indent="-317500" lvl="0" marL="457200" rtl="0" algn="l">
              <a:spcBef>
                <a:spcPts val="0"/>
              </a:spcBef>
              <a:spcAft>
                <a:spcPts val="0"/>
              </a:spcAft>
              <a:buSzPts val="1400"/>
              <a:buChar char="●"/>
            </a:pPr>
            <a:r>
              <a:rPr lang="en-NP"/>
              <a:t>Summarizing the main points of the project proposal</a:t>
            </a:r>
            <a:endParaRPr/>
          </a:p>
          <a:p>
            <a:pPr indent="-317500" lvl="0" marL="457200" rtl="0" algn="l">
              <a:spcBef>
                <a:spcPts val="0"/>
              </a:spcBef>
              <a:spcAft>
                <a:spcPts val="0"/>
              </a:spcAft>
              <a:buSzPts val="1400"/>
              <a:buChar char="●"/>
            </a:pPr>
            <a:r>
              <a:rPr lang="en-NP"/>
              <a:t>Reiterating the relevance and significance of the project</a:t>
            </a:r>
            <a:endParaRPr/>
          </a:p>
          <a:p>
            <a:pPr indent="-317500" lvl="0" marL="457200" rtl="0" algn="l">
              <a:spcBef>
                <a:spcPts val="0"/>
              </a:spcBef>
              <a:spcAft>
                <a:spcPts val="0"/>
              </a:spcAft>
              <a:buSzPts val="1400"/>
              <a:buChar char="●"/>
            </a:pPr>
            <a:r>
              <a:rPr lang="en-NP"/>
              <a:t>Request for  feedback and suggestions for improvement.</a:t>
            </a:r>
            <a:endParaRPr/>
          </a:p>
        </p:txBody>
      </p:sp>
      <p:sp>
        <p:nvSpPr>
          <p:cNvPr id="126" name="Google Shape;126;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NP"/>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2123a11ca8e_0_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3" name="Google Shape;133;g2123a11ca8e_0_2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NP"/>
              <a:t>Question/Queries will be made by the evaluation team after the end of presentation</a:t>
            </a:r>
            <a:endParaRPr/>
          </a:p>
        </p:txBody>
      </p:sp>
      <p:sp>
        <p:nvSpPr>
          <p:cNvPr id="134" name="Google Shape;134;g2123a11ca8e_0_2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NP"/>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24" name="Shape 24"/>
        <p:cNvGrpSpPr/>
        <p:nvPr/>
      </p:nvGrpSpPr>
      <p:grpSpPr>
        <a:xfrm>
          <a:off x="0" y="0"/>
          <a:ext cx="0" cy="0"/>
          <a:chOff x="0" y="0"/>
          <a:chExt cx="0" cy="0"/>
        </a:xfrm>
      </p:grpSpPr>
      <p:grpSp>
        <p:nvGrpSpPr>
          <p:cNvPr id="25" name="Google Shape;25;p2"/>
          <p:cNvGrpSpPr/>
          <p:nvPr/>
        </p:nvGrpSpPr>
        <p:grpSpPr>
          <a:xfrm>
            <a:off x="0" y="-8467"/>
            <a:ext cx="12192000" cy="6866467"/>
            <a:chOff x="0" y="-8467"/>
            <a:chExt cx="12192000" cy="6866467"/>
          </a:xfrm>
        </p:grpSpPr>
        <p:sp>
          <p:nvSpPr>
            <p:cNvPr id="26" name="Google Shape;26;p2"/>
            <p:cNvSpPr/>
            <p:nvPr/>
          </p:nvSpPr>
          <p:spPr>
            <a:xfrm>
              <a:off x="0" y="-7862"/>
              <a:ext cx="863600" cy="5698067"/>
            </a:xfrm>
            <a:custGeom>
              <a:rect b="b" l="l" r="r" t="t"/>
              <a:pathLst>
                <a:path extrusionOk="0" h="5698067" w="863600">
                  <a:moveTo>
                    <a:pt x="0" y="8467"/>
                  </a:moveTo>
                  <a:lnTo>
                    <a:pt x="863600" y="0"/>
                  </a:lnTo>
                  <a:lnTo>
                    <a:pt x="863600" y="16934"/>
                  </a:lnTo>
                  <a:lnTo>
                    <a:pt x="0" y="5698067"/>
                  </a:lnTo>
                  <a:lnTo>
                    <a:pt x="0" y="8467"/>
                  </a:lnTo>
                  <a:close/>
                </a:path>
              </a:pathLst>
            </a:custGeom>
            <a:solidFill>
              <a:schemeClr val="accent1">
                <a:alpha val="69804"/>
              </a:schemeClr>
            </a:solidFill>
            <a:ln>
              <a:noFill/>
            </a:ln>
          </p:spPr>
        </p:sp>
        <p:cxnSp>
          <p:nvCxnSpPr>
            <p:cNvPr id="27" name="Google Shape;27;p2"/>
            <p:cNvCxnSpPr/>
            <p:nvPr/>
          </p:nvCxnSpPr>
          <p:spPr>
            <a:xfrm>
              <a:off x="9371012" y="0"/>
              <a:ext cx="1219200" cy="6858000"/>
            </a:xfrm>
            <a:prstGeom prst="straightConnector1">
              <a:avLst/>
            </a:prstGeom>
            <a:noFill/>
            <a:ln cap="flat" cmpd="sng" w="9525">
              <a:solidFill>
                <a:schemeClr val="accent1">
                  <a:alpha val="69804"/>
                </a:schemeClr>
              </a:solidFill>
              <a:prstDash val="solid"/>
              <a:round/>
              <a:headEnd len="sm" w="sm" type="none"/>
              <a:tailEnd len="sm" w="sm" type="none"/>
            </a:ln>
          </p:spPr>
        </p:cxnSp>
        <p:cxnSp>
          <p:nvCxnSpPr>
            <p:cNvPr id="28" name="Google Shape;28;p2"/>
            <p:cNvCxnSpPr/>
            <p:nvPr/>
          </p:nvCxnSpPr>
          <p:spPr>
            <a:xfrm flipH="1">
              <a:off x="7425267" y="3681413"/>
              <a:ext cx="4763558" cy="3176587"/>
            </a:xfrm>
            <a:prstGeom prst="straightConnector1">
              <a:avLst/>
            </a:prstGeom>
            <a:noFill/>
            <a:ln cap="flat" cmpd="sng" w="9525">
              <a:solidFill>
                <a:schemeClr val="accent1">
                  <a:alpha val="69804"/>
                </a:schemeClr>
              </a:solidFill>
              <a:prstDash val="solid"/>
              <a:round/>
              <a:headEnd len="sm" w="sm" type="none"/>
              <a:tailEnd len="sm" w="sm" type="none"/>
            </a:ln>
          </p:spPr>
        </p:cxnSp>
        <p:sp>
          <p:nvSpPr>
            <p:cNvPr id="29" name="Google Shape;29;p2"/>
            <p:cNvSpPr/>
            <p:nvPr/>
          </p:nvSpPr>
          <p:spPr>
            <a:xfrm>
              <a:off x="9181476" y="-8467"/>
              <a:ext cx="3007349" cy="6866467"/>
            </a:xfrm>
            <a:custGeom>
              <a:rect b="b" l="l" r="r" t="t"/>
              <a:pathLst>
                <a:path extrusionOk="0" h="6866467" w="3007349">
                  <a:moveTo>
                    <a:pt x="2045532" y="0"/>
                  </a:moveTo>
                  <a:lnTo>
                    <a:pt x="3007349" y="0"/>
                  </a:lnTo>
                  <a:lnTo>
                    <a:pt x="3007349" y="6866467"/>
                  </a:lnTo>
                  <a:lnTo>
                    <a:pt x="0" y="6866467"/>
                  </a:lnTo>
                  <a:lnTo>
                    <a:pt x="2045532" y="0"/>
                  </a:lnTo>
                  <a:close/>
                </a:path>
              </a:pathLst>
            </a:custGeom>
            <a:solidFill>
              <a:schemeClr val="accent1">
                <a:alpha val="35686"/>
              </a:schemeClr>
            </a:solidFill>
            <a:ln>
              <a:noFill/>
            </a:ln>
          </p:spPr>
        </p:sp>
        <p:sp>
          <p:nvSpPr>
            <p:cNvPr id="30" name="Google Shape;30;p2"/>
            <p:cNvSpPr/>
            <p:nvPr/>
          </p:nvSpPr>
          <p:spPr>
            <a:xfrm>
              <a:off x="9603442" y="-8467"/>
              <a:ext cx="2588558" cy="6866467"/>
            </a:xfrm>
            <a:custGeom>
              <a:rect b="b" l="l" r="r" t="t"/>
              <a:pathLst>
                <a:path extrusionOk="0" h="6866467" w="2573311">
                  <a:moveTo>
                    <a:pt x="0" y="0"/>
                  </a:moveTo>
                  <a:lnTo>
                    <a:pt x="2573311" y="0"/>
                  </a:lnTo>
                  <a:lnTo>
                    <a:pt x="2573311" y="6866467"/>
                  </a:lnTo>
                  <a:lnTo>
                    <a:pt x="1202336" y="6866467"/>
                  </a:lnTo>
                  <a:lnTo>
                    <a:pt x="0" y="0"/>
                  </a:lnTo>
                  <a:close/>
                </a:path>
              </a:pathLst>
            </a:custGeom>
            <a:solidFill>
              <a:schemeClr val="accent1">
                <a:alpha val="20000"/>
              </a:schemeClr>
            </a:solidFill>
            <a:ln>
              <a:noFill/>
            </a:ln>
          </p:spPr>
        </p:sp>
        <p:sp>
          <p:nvSpPr>
            <p:cNvPr id="31" name="Google Shape;31;p2"/>
            <p:cNvSpPr/>
            <p:nvPr/>
          </p:nvSpPr>
          <p:spPr>
            <a:xfrm>
              <a:off x="8932333" y="3048000"/>
              <a:ext cx="3259667" cy="3810000"/>
            </a:xfrm>
            <a:prstGeom prst="triangle">
              <a:avLst>
                <a:gd fmla="val 100000" name="adj"/>
              </a:avLst>
            </a:prstGeom>
            <a:solidFill>
              <a:srgbClr val="16B0E3">
                <a:alpha val="6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9334500" y="-8467"/>
              <a:ext cx="2854326" cy="6866467"/>
            </a:xfrm>
            <a:custGeom>
              <a:rect b="b" l="l" r="r" t="t"/>
              <a:pathLst>
                <a:path extrusionOk="0" h="6866467" w="2858013">
                  <a:moveTo>
                    <a:pt x="0" y="0"/>
                  </a:moveTo>
                  <a:lnTo>
                    <a:pt x="2858013" y="0"/>
                  </a:lnTo>
                  <a:lnTo>
                    <a:pt x="2858013" y="6866467"/>
                  </a:lnTo>
                  <a:lnTo>
                    <a:pt x="2473942" y="6866467"/>
                  </a:lnTo>
                  <a:lnTo>
                    <a:pt x="0" y="0"/>
                  </a:lnTo>
                  <a:close/>
                </a:path>
              </a:pathLst>
            </a:custGeom>
            <a:solidFill>
              <a:srgbClr val="16B0E3">
                <a:alpha val="49804"/>
              </a:srgbClr>
            </a:solidFill>
            <a:ln>
              <a:noFill/>
            </a:ln>
          </p:spPr>
        </p:sp>
        <p:sp>
          <p:nvSpPr>
            <p:cNvPr id="33" name="Google Shape;33;p2"/>
            <p:cNvSpPr/>
            <p:nvPr/>
          </p:nvSpPr>
          <p:spPr>
            <a:xfrm>
              <a:off x="10898730" y="-8467"/>
              <a:ext cx="1290094" cy="6866467"/>
            </a:xfrm>
            <a:custGeom>
              <a:rect b="b" l="l" r="r" t="t"/>
              <a:pathLst>
                <a:path extrusionOk="0" h="6858000" w="1290094">
                  <a:moveTo>
                    <a:pt x="1019735" y="0"/>
                  </a:moveTo>
                  <a:lnTo>
                    <a:pt x="1290094" y="0"/>
                  </a:lnTo>
                  <a:lnTo>
                    <a:pt x="1290094" y="6858000"/>
                  </a:lnTo>
                  <a:lnTo>
                    <a:pt x="0" y="6858000"/>
                  </a:lnTo>
                  <a:lnTo>
                    <a:pt x="1019735" y="0"/>
                  </a:lnTo>
                  <a:close/>
                </a:path>
              </a:pathLst>
            </a:custGeom>
            <a:solidFill>
              <a:schemeClr val="accent2">
                <a:alpha val="69804"/>
              </a:schemeClr>
            </a:solidFill>
            <a:ln>
              <a:noFill/>
            </a:ln>
          </p:spPr>
        </p:sp>
        <p:sp>
          <p:nvSpPr>
            <p:cNvPr id="34" name="Google Shape;34;p2"/>
            <p:cNvSpPr/>
            <p:nvPr/>
          </p:nvSpPr>
          <p:spPr>
            <a:xfrm>
              <a:off x="10938999" y="-8467"/>
              <a:ext cx="1249825" cy="6866467"/>
            </a:xfrm>
            <a:custGeom>
              <a:rect b="b" l="l" r="r" t="t"/>
              <a:pathLst>
                <a:path extrusionOk="0" h="6858000" w="1249825">
                  <a:moveTo>
                    <a:pt x="0" y="0"/>
                  </a:moveTo>
                  <a:lnTo>
                    <a:pt x="1249825" y="0"/>
                  </a:lnTo>
                  <a:lnTo>
                    <a:pt x="1249825" y="6858000"/>
                  </a:lnTo>
                  <a:lnTo>
                    <a:pt x="1109382" y="6858000"/>
                  </a:lnTo>
                  <a:lnTo>
                    <a:pt x="0" y="0"/>
                  </a:lnTo>
                  <a:close/>
                </a:path>
              </a:pathLst>
            </a:custGeom>
            <a:solidFill>
              <a:srgbClr val="226292">
                <a:alpha val="80000"/>
              </a:srgbClr>
            </a:solidFill>
            <a:ln>
              <a:noFill/>
            </a:ln>
          </p:spPr>
        </p:sp>
        <p:sp>
          <p:nvSpPr>
            <p:cNvPr id="35" name="Google Shape;35;p2"/>
            <p:cNvSpPr/>
            <p:nvPr/>
          </p:nvSpPr>
          <p:spPr>
            <a:xfrm>
              <a:off x="10371666" y="3589867"/>
              <a:ext cx="1817159" cy="3268133"/>
            </a:xfrm>
            <a:prstGeom prst="triangle">
              <a:avLst>
                <a:gd fmla="val 100000" name="adj"/>
              </a:avLst>
            </a:prstGeom>
            <a:solidFill>
              <a:srgbClr val="16B0E3">
                <a:alpha val="6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2"/>
          <p:cNvSpPr txBox="1"/>
          <p:nvPr>
            <p:ph type="ctrTitle"/>
          </p:nvPr>
        </p:nvSpPr>
        <p:spPr>
          <a:xfrm>
            <a:off x="1507067" y="2404534"/>
            <a:ext cx="7766936" cy="1646302"/>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Clr>
                <a:schemeClr val="accent1"/>
              </a:buClr>
              <a:buSzPts val="5400"/>
              <a:buFont typeface="Trebuchet MS"/>
              <a:buNone/>
              <a:defRPr sz="5400">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2"/>
          <p:cNvSpPr txBox="1"/>
          <p:nvPr>
            <p:ph idx="1" type="subTitle"/>
          </p:nvPr>
        </p:nvSpPr>
        <p:spPr>
          <a:xfrm>
            <a:off x="1507067" y="4050833"/>
            <a:ext cx="7766936" cy="1096899"/>
          </a:xfrm>
          <a:prstGeom prst="rect">
            <a:avLst/>
          </a:prstGeom>
          <a:noFill/>
          <a:ln>
            <a:noFill/>
          </a:ln>
        </p:spPr>
        <p:txBody>
          <a:bodyPr anchorCtr="0" anchor="t" bIns="45700" lIns="91425" spcFirstLastPara="1" rIns="91425" wrap="square" tIns="45700">
            <a:normAutofit/>
          </a:bodyPr>
          <a:lstStyle>
            <a:lvl1pPr lvl="0" algn="r">
              <a:spcBef>
                <a:spcPts val="1000"/>
              </a:spcBef>
              <a:spcAft>
                <a:spcPts val="0"/>
              </a:spcAft>
              <a:buSzPts val="1440"/>
              <a:buNone/>
              <a:defRPr>
                <a:solidFill>
                  <a:srgbClr val="7F7F7F"/>
                </a:solidFill>
              </a:defRPr>
            </a:lvl1pPr>
            <a:lvl2pPr lvl="1" algn="ctr">
              <a:spcBef>
                <a:spcPts val="1000"/>
              </a:spcBef>
              <a:spcAft>
                <a:spcPts val="0"/>
              </a:spcAft>
              <a:buSzPts val="1280"/>
              <a:buNone/>
              <a:defRPr>
                <a:solidFill>
                  <a:srgbClr val="888888"/>
                </a:solidFill>
              </a:defRPr>
            </a:lvl2pPr>
            <a:lvl3pPr lvl="2" algn="ctr">
              <a:spcBef>
                <a:spcPts val="1000"/>
              </a:spcBef>
              <a:spcAft>
                <a:spcPts val="0"/>
              </a:spcAft>
              <a:buSzPts val="1120"/>
              <a:buNone/>
              <a:defRPr>
                <a:solidFill>
                  <a:srgbClr val="888888"/>
                </a:solidFill>
              </a:defRPr>
            </a:lvl3pPr>
            <a:lvl4pPr lvl="3" algn="ctr">
              <a:spcBef>
                <a:spcPts val="1000"/>
              </a:spcBef>
              <a:spcAft>
                <a:spcPts val="0"/>
              </a:spcAft>
              <a:buSzPts val="960"/>
              <a:buNone/>
              <a:defRPr>
                <a:solidFill>
                  <a:srgbClr val="888888"/>
                </a:solidFill>
              </a:defRPr>
            </a:lvl4pPr>
            <a:lvl5pPr lvl="4" algn="ctr">
              <a:spcBef>
                <a:spcPts val="1000"/>
              </a:spcBef>
              <a:spcAft>
                <a:spcPts val="0"/>
              </a:spcAft>
              <a:buSzPts val="960"/>
              <a:buNone/>
              <a:defRPr>
                <a:solidFill>
                  <a:srgbClr val="888888"/>
                </a:solidFill>
              </a:defRPr>
            </a:lvl5pPr>
            <a:lvl6pPr lvl="5" algn="ctr">
              <a:spcBef>
                <a:spcPts val="1000"/>
              </a:spcBef>
              <a:spcAft>
                <a:spcPts val="0"/>
              </a:spcAft>
              <a:buSzPts val="960"/>
              <a:buNone/>
              <a:defRPr>
                <a:solidFill>
                  <a:srgbClr val="888888"/>
                </a:solidFill>
              </a:defRPr>
            </a:lvl6pPr>
            <a:lvl7pPr lvl="6" algn="ctr">
              <a:spcBef>
                <a:spcPts val="1000"/>
              </a:spcBef>
              <a:spcAft>
                <a:spcPts val="0"/>
              </a:spcAft>
              <a:buSzPts val="960"/>
              <a:buNone/>
              <a:defRPr>
                <a:solidFill>
                  <a:srgbClr val="888888"/>
                </a:solidFill>
              </a:defRPr>
            </a:lvl7pPr>
            <a:lvl8pPr lvl="7" algn="ctr">
              <a:spcBef>
                <a:spcPts val="1000"/>
              </a:spcBef>
              <a:spcAft>
                <a:spcPts val="0"/>
              </a:spcAft>
              <a:buSzPts val="960"/>
              <a:buNone/>
              <a:defRPr>
                <a:solidFill>
                  <a:srgbClr val="888888"/>
                </a:solidFill>
              </a:defRPr>
            </a:lvl8pPr>
            <a:lvl9pPr lvl="8" algn="ctr">
              <a:spcBef>
                <a:spcPts val="1000"/>
              </a:spcBef>
              <a:spcAft>
                <a:spcPts val="0"/>
              </a:spcAft>
              <a:buSzPts val="960"/>
              <a:buNone/>
              <a:defRPr>
                <a:solidFill>
                  <a:srgbClr val="888888"/>
                </a:solidFil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8" name="Shape 38"/>
        <p:cNvGrpSpPr/>
        <p:nvPr/>
      </p:nvGrpSpPr>
      <p:grpSpPr>
        <a:xfrm>
          <a:off x="0" y="0"/>
          <a:ext cx="0" cy="0"/>
          <a:chOff x="0" y="0"/>
          <a:chExt cx="0" cy="0"/>
        </a:xfrm>
      </p:grpSpPr>
      <p:sp>
        <p:nvSpPr>
          <p:cNvPr id="39" name="Google Shape;39;p3"/>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1800"/>
              <a:buFont typeface="Cambria"/>
              <a:buNone/>
              <a:defRPr b="1">
                <a:latin typeface="Cambria"/>
                <a:ea typeface="Cambria"/>
                <a:cs typeface="Cambria"/>
                <a:sym typeface="Cambria"/>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3"/>
          <p:cNvSpPr txBox="1"/>
          <p:nvPr>
            <p:ph idx="1" type="body"/>
          </p:nvPr>
        </p:nvSpPr>
        <p:spPr>
          <a:xfrm>
            <a:off x="677325" y="1697600"/>
            <a:ext cx="10266900" cy="4617000"/>
          </a:xfrm>
          <a:prstGeom prst="rect">
            <a:avLst/>
          </a:prstGeom>
          <a:noFill/>
          <a:ln>
            <a:noFill/>
          </a:ln>
        </p:spPr>
        <p:txBody>
          <a:bodyPr anchorCtr="0" anchor="t" bIns="45700" lIns="91425" spcFirstLastPara="1" rIns="91425" wrap="square" tIns="45700">
            <a:normAutofit/>
          </a:bodyPr>
          <a:lstStyle>
            <a:lvl1pPr indent="-350520" lvl="0" marL="457200" algn="l">
              <a:spcBef>
                <a:spcPts val="1000"/>
              </a:spcBef>
              <a:spcAft>
                <a:spcPts val="0"/>
              </a:spcAft>
              <a:buSzPts val="1920"/>
              <a:buFont typeface="Cambria"/>
              <a:buChar char="►"/>
              <a:defRPr sz="2400">
                <a:latin typeface="Cambria"/>
                <a:ea typeface="Cambria"/>
                <a:cs typeface="Cambria"/>
                <a:sym typeface="Cambria"/>
              </a:defRPr>
            </a:lvl1pPr>
            <a:lvl2pPr indent="-340360" lvl="1" marL="914400" algn="l">
              <a:spcBef>
                <a:spcPts val="1000"/>
              </a:spcBef>
              <a:spcAft>
                <a:spcPts val="0"/>
              </a:spcAft>
              <a:buSzPts val="1760"/>
              <a:buFont typeface="Cambria"/>
              <a:buChar char="►"/>
              <a:defRPr sz="2200">
                <a:latin typeface="Cambria"/>
                <a:ea typeface="Cambria"/>
                <a:cs typeface="Cambria"/>
                <a:sym typeface="Cambria"/>
              </a:defRPr>
            </a:lvl2pPr>
            <a:lvl3pPr indent="-330200" lvl="2" marL="1371600" algn="l">
              <a:spcBef>
                <a:spcPts val="1000"/>
              </a:spcBef>
              <a:spcAft>
                <a:spcPts val="0"/>
              </a:spcAft>
              <a:buSzPts val="1600"/>
              <a:buFont typeface="Cambria"/>
              <a:buChar char="►"/>
              <a:defRPr sz="2000">
                <a:latin typeface="Cambria"/>
                <a:ea typeface="Cambria"/>
                <a:cs typeface="Cambria"/>
                <a:sym typeface="Cambria"/>
              </a:defRPr>
            </a:lvl3pPr>
            <a:lvl4pPr indent="-309880" lvl="3" marL="1828800" algn="l">
              <a:spcBef>
                <a:spcPts val="1000"/>
              </a:spcBef>
              <a:spcAft>
                <a:spcPts val="0"/>
              </a:spcAft>
              <a:buSzPts val="1280"/>
              <a:buFont typeface="Cambria"/>
              <a:buChar char="►"/>
              <a:defRPr sz="1600">
                <a:latin typeface="Cambria"/>
                <a:ea typeface="Cambria"/>
                <a:cs typeface="Cambria"/>
                <a:sym typeface="Cambria"/>
              </a:defRPr>
            </a:lvl4pPr>
            <a:lvl5pPr indent="-299720" lvl="4" marL="2286000" algn="l">
              <a:spcBef>
                <a:spcPts val="1000"/>
              </a:spcBef>
              <a:spcAft>
                <a:spcPts val="0"/>
              </a:spcAft>
              <a:buSzPts val="1120"/>
              <a:buFont typeface="Cambria"/>
              <a:buChar char="►"/>
              <a:defRPr sz="1400">
                <a:latin typeface="Cambria"/>
                <a:ea typeface="Cambria"/>
                <a:cs typeface="Cambria"/>
                <a:sym typeface="Cambria"/>
              </a:defRPr>
            </a:lvl5pPr>
            <a:lvl6pPr indent="-320040" lvl="5" marL="2743200" algn="l">
              <a:spcBef>
                <a:spcPts val="1000"/>
              </a:spcBef>
              <a:spcAft>
                <a:spcPts val="0"/>
              </a:spcAft>
              <a:buSzPts val="1440"/>
              <a:buFont typeface="Cambria"/>
              <a:buChar char="►"/>
              <a:defRPr>
                <a:latin typeface="Cambria"/>
                <a:ea typeface="Cambria"/>
                <a:cs typeface="Cambria"/>
                <a:sym typeface="Cambria"/>
              </a:defRPr>
            </a:lvl6pPr>
            <a:lvl7pPr indent="-320040" lvl="6" marL="3200400" algn="l">
              <a:spcBef>
                <a:spcPts val="1000"/>
              </a:spcBef>
              <a:spcAft>
                <a:spcPts val="0"/>
              </a:spcAft>
              <a:buSzPts val="1440"/>
              <a:buFont typeface="Cambria"/>
              <a:buChar char="►"/>
              <a:defRPr>
                <a:latin typeface="Cambria"/>
                <a:ea typeface="Cambria"/>
                <a:cs typeface="Cambria"/>
                <a:sym typeface="Cambria"/>
              </a:defRPr>
            </a:lvl7pPr>
            <a:lvl8pPr indent="-320040" lvl="7" marL="3657600" algn="l">
              <a:spcBef>
                <a:spcPts val="1000"/>
              </a:spcBef>
              <a:spcAft>
                <a:spcPts val="0"/>
              </a:spcAft>
              <a:buSzPts val="1440"/>
              <a:buFont typeface="Cambria"/>
              <a:buChar char="►"/>
              <a:defRPr>
                <a:latin typeface="Cambria"/>
                <a:ea typeface="Cambria"/>
                <a:cs typeface="Cambria"/>
                <a:sym typeface="Cambria"/>
              </a:defRPr>
            </a:lvl8pPr>
            <a:lvl9pPr indent="-320040" lvl="8" marL="4114800" algn="l">
              <a:spcBef>
                <a:spcPts val="1000"/>
              </a:spcBef>
              <a:spcAft>
                <a:spcPts val="0"/>
              </a:spcAft>
              <a:buSzPts val="1440"/>
              <a:buFont typeface="Cambria"/>
              <a:buChar char="►"/>
              <a:defRPr>
                <a:latin typeface="Cambria"/>
                <a:ea typeface="Cambria"/>
                <a:cs typeface="Cambria"/>
                <a:sym typeface="Cambria"/>
              </a:defRPr>
            </a:lvl9pPr>
          </a:lstStyle>
          <a:p/>
        </p:txBody>
      </p:sp>
      <p:sp>
        <p:nvSpPr>
          <p:cNvPr id="41" name="Google Shape;41;p3"/>
          <p:cNvSpPr txBox="1"/>
          <p:nvPr>
            <p:ph idx="12" type="sldNum"/>
          </p:nvPr>
        </p:nvSpPr>
        <p:spPr>
          <a:xfrm>
            <a:off x="11310438" y="6314637"/>
            <a:ext cx="6834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1" sz="1800">
                <a:solidFill>
                  <a:schemeClr val="lt1"/>
                </a:solidFill>
                <a:latin typeface="Cambria"/>
                <a:ea typeface="Cambria"/>
                <a:cs typeface="Cambria"/>
                <a:sym typeface="Cambria"/>
              </a:defRPr>
            </a:lvl1pPr>
            <a:lvl2pPr indent="0" lvl="1" marL="0" algn="r">
              <a:spcBef>
                <a:spcPts val="0"/>
              </a:spcBef>
              <a:buNone/>
              <a:defRPr b="1" sz="1800">
                <a:solidFill>
                  <a:schemeClr val="lt1"/>
                </a:solidFill>
                <a:latin typeface="Cambria"/>
                <a:ea typeface="Cambria"/>
                <a:cs typeface="Cambria"/>
                <a:sym typeface="Cambria"/>
              </a:defRPr>
            </a:lvl2pPr>
            <a:lvl3pPr indent="0" lvl="2" marL="0" algn="r">
              <a:spcBef>
                <a:spcPts val="0"/>
              </a:spcBef>
              <a:buNone/>
              <a:defRPr b="1" sz="1800">
                <a:solidFill>
                  <a:schemeClr val="lt1"/>
                </a:solidFill>
                <a:latin typeface="Cambria"/>
                <a:ea typeface="Cambria"/>
                <a:cs typeface="Cambria"/>
                <a:sym typeface="Cambria"/>
              </a:defRPr>
            </a:lvl3pPr>
            <a:lvl4pPr indent="0" lvl="3" marL="0" algn="r">
              <a:spcBef>
                <a:spcPts val="0"/>
              </a:spcBef>
              <a:buNone/>
              <a:defRPr b="1" sz="1800">
                <a:solidFill>
                  <a:schemeClr val="lt1"/>
                </a:solidFill>
                <a:latin typeface="Cambria"/>
                <a:ea typeface="Cambria"/>
                <a:cs typeface="Cambria"/>
                <a:sym typeface="Cambria"/>
              </a:defRPr>
            </a:lvl4pPr>
            <a:lvl5pPr indent="0" lvl="4" marL="0" algn="r">
              <a:spcBef>
                <a:spcPts val="0"/>
              </a:spcBef>
              <a:buNone/>
              <a:defRPr b="1" sz="1800">
                <a:solidFill>
                  <a:schemeClr val="lt1"/>
                </a:solidFill>
                <a:latin typeface="Cambria"/>
                <a:ea typeface="Cambria"/>
                <a:cs typeface="Cambria"/>
                <a:sym typeface="Cambria"/>
              </a:defRPr>
            </a:lvl5pPr>
            <a:lvl6pPr indent="0" lvl="5" marL="0" algn="r">
              <a:spcBef>
                <a:spcPts val="0"/>
              </a:spcBef>
              <a:buNone/>
              <a:defRPr b="1" sz="1800">
                <a:solidFill>
                  <a:schemeClr val="lt1"/>
                </a:solidFill>
                <a:latin typeface="Cambria"/>
                <a:ea typeface="Cambria"/>
                <a:cs typeface="Cambria"/>
                <a:sym typeface="Cambria"/>
              </a:defRPr>
            </a:lvl6pPr>
            <a:lvl7pPr indent="0" lvl="6" marL="0" algn="r">
              <a:spcBef>
                <a:spcPts val="0"/>
              </a:spcBef>
              <a:buNone/>
              <a:defRPr b="1" sz="1800">
                <a:solidFill>
                  <a:schemeClr val="lt1"/>
                </a:solidFill>
                <a:latin typeface="Cambria"/>
                <a:ea typeface="Cambria"/>
                <a:cs typeface="Cambria"/>
                <a:sym typeface="Cambria"/>
              </a:defRPr>
            </a:lvl7pPr>
            <a:lvl8pPr indent="0" lvl="7" marL="0" algn="r">
              <a:spcBef>
                <a:spcPts val="0"/>
              </a:spcBef>
              <a:buNone/>
              <a:defRPr b="1" sz="1800">
                <a:solidFill>
                  <a:schemeClr val="lt1"/>
                </a:solidFill>
                <a:latin typeface="Cambria"/>
                <a:ea typeface="Cambria"/>
                <a:cs typeface="Cambria"/>
                <a:sym typeface="Cambria"/>
              </a:defRPr>
            </a:lvl8pPr>
            <a:lvl9pPr indent="0" lvl="8" marL="0" algn="r">
              <a:spcBef>
                <a:spcPts val="0"/>
              </a:spcBef>
              <a:buNone/>
              <a:defRPr b="1" sz="1800">
                <a:solidFill>
                  <a:schemeClr val="lt1"/>
                </a:solidFill>
                <a:latin typeface="Cambria"/>
                <a:ea typeface="Cambria"/>
                <a:cs typeface="Cambria"/>
                <a:sym typeface="Cambria"/>
              </a:defRPr>
            </a:lvl9pPr>
          </a:lstStyle>
          <a:p>
            <a:pPr indent="0" lvl="0" marL="0" rtl="0" algn="r">
              <a:spcBef>
                <a:spcPts val="0"/>
              </a:spcBef>
              <a:spcAft>
                <a:spcPts val="0"/>
              </a:spcAft>
              <a:buNone/>
            </a:pPr>
            <a:fld id="{00000000-1234-1234-1234-123412341234}" type="slidenum">
              <a:rPr lang="en-NP"/>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grpSp>
        <p:nvGrpSpPr>
          <p:cNvPr id="10" name="Google Shape;10;p1"/>
          <p:cNvGrpSpPr/>
          <p:nvPr/>
        </p:nvGrpSpPr>
        <p:grpSpPr>
          <a:xfrm>
            <a:off x="0" y="-8467"/>
            <a:ext cx="12192000" cy="6866467"/>
            <a:chOff x="0" y="-8467"/>
            <a:chExt cx="12192000" cy="6866467"/>
          </a:xfrm>
        </p:grpSpPr>
        <p:cxnSp>
          <p:nvCxnSpPr>
            <p:cNvPr id="11" name="Google Shape;11;p1"/>
            <p:cNvCxnSpPr/>
            <p:nvPr/>
          </p:nvCxnSpPr>
          <p:spPr>
            <a:xfrm>
              <a:off x="9371012" y="0"/>
              <a:ext cx="1219200" cy="6858000"/>
            </a:xfrm>
            <a:prstGeom prst="straightConnector1">
              <a:avLst/>
            </a:prstGeom>
            <a:noFill/>
            <a:ln cap="flat" cmpd="sng" w="9525">
              <a:solidFill>
                <a:schemeClr val="accent1">
                  <a:alpha val="69804"/>
                </a:schemeClr>
              </a:solidFill>
              <a:prstDash val="solid"/>
              <a:round/>
              <a:headEnd len="sm" w="sm" type="none"/>
              <a:tailEnd len="sm" w="sm" type="none"/>
            </a:ln>
          </p:spPr>
        </p:cxnSp>
        <p:cxnSp>
          <p:nvCxnSpPr>
            <p:cNvPr id="12" name="Google Shape;12;p1"/>
            <p:cNvCxnSpPr/>
            <p:nvPr/>
          </p:nvCxnSpPr>
          <p:spPr>
            <a:xfrm flipH="1">
              <a:off x="7425267" y="3681413"/>
              <a:ext cx="4763558" cy="3176587"/>
            </a:xfrm>
            <a:prstGeom prst="straightConnector1">
              <a:avLst/>
            </a:prstGeom>
            <a:noFill/>
            <a:ln cap="flat" cmpd="sng" w="9525">
              <a:solidFill>
                <a:schemeClr val="accent1">
                  <a:alpha val="69804"/>
                </a:schemeClr>
              </a:solidFill>
              <a:prstDash val="solid"/>
              <a:round/>
              <a:headEnd len="sm" w="sm" type="none"/>
              <a:tailEnd len="sm" w="sm" type="none"/>
            </a:ln>
          </p:spPr>
        </p:cxnSp>
        <p:sp>
          <p:nvSpPr>
            <p:cNvPr id="13" name="Google Shape;13;p1"/>
            <p:cNvSpPr/>
            <p:nvPr/>
          </p:nvSpPr>
          <p:spPr>
            <a:xfrm>
              <a:off x="9181476" y="-8467"/>
              <a:ext cx="3007349" cy="6866467"/>
            </a:xfrm>
            <a:custGeom>
              <a:rect b="b" l="l" r="r" t="t"/>
              <a:pathLst>
                <a:path extrusionOk="0" h="6866467" w="3007349">
                  <a:moveTo>
                    <a:pt x="2045532" y="0"/>
                  </a:moveTo>
                  <a:lnTo>
                    <a:pt x="3007349" y="0"/>
                  </a:lnTo>
                  <a:lnTo>
                    <a:pt x="3007349" y="6866467"/>
                  </a:lnTo>
                  <a:lnTo>
                    <a:pt x="0" y="6866467"/>
                  </a:lnTo>
                  <a:lnTo>
                    <a:pt x="2045532" y="0"/>
                  </a:lnTo>
                  <a:close/>
                </a:path>
              </a:pathLst>
            </a:custGeom>
            <a:solidFill>
              <a:schemeClr val="accent1">
                <a:alpha val="35686"/>
              </a:schemeClr>
            </a:solidFill>
            <a:ln>
              <a:noFill/>
            </a:ln>
          </p:spPr>
        </p:sp>
        <p:sp>
          <p:nvSpPr>
            <p:cNvPr id="14" name="Google Shape;14;p1"/>
            <p:cNvSpPr/>
            <p:nvPr/>
          </p:nvSpPr>
          <p:spPr>
            <a:xfrm>
              <a:off x="9603442" y="-8467"/>
              <a:ext cx="2588558" cy="6866467"/>
            </a:xfrm>
            <a:custGeom>
              <a:rect b="b" l="l" r="r" t="t"/>
              <a:pathLst>
                <a:path extrusionOk="0" h="6866467" w="2573311">
                  <a:moveTo>
                    <a:pt x="0" y="0"/>
                  </a:moveTo>
                  <a:lnTo>
                    <a:pt x="2573311" y="0"/>
                  </a:lnTo>
                  <a:lnTo>
                    <a:pt x="2573311" y="6866467"/>
                  </a:lnTo>
                  <a:lnTo>
                    <a:pt x="1202336" y="6866467"/>
                  </a:lnTo>
                  <a:lnTo>
                    <a:pt x="0" y="0"/>
                  </a:lnTo>
                  <a:close/>
                </a:path>
              </a:pathLst>
            </a:custGeom>
            <a:solidFill>
              <a:schemeClr val="accent1">
                <a:alpha val="20000"/>
              </a:schemeClr>
            </a:solidFill>
            <a:ln>
              <a:noFill/>
            </a:ln>
          </p:spPr>
        </p:sp>
        <p:sp>
          <p:nvSpPr>
            <p:cNvPr id="15" name="Google Shape;15;p1"/>
            <p:cNvSpPr/>
            <p:nvPr/>
          </p:nvSpPr>
          <p:spPr>
            <a:xfrm>
              <a:off x="8932333" y="3048000"/>
              <a:ext cx="3259667" cy="3810000"/>
            </a:xfrm>
            <a:prstGeom prst="triangle">
              <a:avLst>
                <a:gd fmla="val 100000" name="adj"/>
              </a:avLst>
            </a:prstGeom>
            <a:solidFill>
              <a:srgbClr val="16B0E3">
                <a:alpha val="6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1"/>
            <p:cNvSpPr/>
            <p:nvPr/>
          </p:nvSpPr>
          <p:spPr>
            <a:xfrm>
              <a:off x="9334500" y="-8467"/>
              <a:ext cx="2854326" cy="6866467"/>
            </a:xfrm>
            <a:custGeom>
              <a:rect b="b" l="l" r="r" t="t"/>
              <a:pathLst>
                <a:path extrusionOk="0" h="6866467" w="2858013">
                  <a:moveTo>
                    <a:pt x="0" y="0"/>
                  </a:moveTo>
                  <a:lnTo>
                    <a:pt x="2858013" y="0"/>
                  </a:lnTo>
                  <a:lnTo>
                    <a:pt x="2858013" y="6866467"/>
                  </a:lnTo>
                  <a:lnTo>
                    <a:pt x="2473942" y="6866467"/>
                  </a:lnTo>
                  <a:lnTo>
                    <a:pt x="0" y="0"/>
                  </a:lnTo>
                  <a:close/>
                </a:path>
              </a:pathLst>
            </a:custGeom>
            <a:solidFill>
              <a:srgbClr val="16B0E3">
                <a:alpha val="49804"/>
              </a:srgbClr>
            </a:solidFill>
            <a:ln>
              <a:noFill/>
            </a:ln>
          </p:spPr>
        </p:sp>
        <p:sp>
          <p:nvSpPr>
            <p:cNvPr id="17" name="Google Shape;17;p1"/>
            <p:cNvSpPr/>
            <p:nvPr/>
          </p:nvSpPr>
          <p:spPr>
            <a:xfrm>
              <a:off x="10898730" y="-8467"/>
              <a:ext cx="1290094" cy="6866467"/>
            </a:xfrm>
            <a:custGeom>
              <a:rect b="b" l="l" r="r" t="t"/>
              <a:pathLst>
                <a:path extrusionOk="0" h="6858000" w="1290094">
                  <a:moveTo>
                    <a:pt x="1019735" y="0"/>
                  </a:moveTo>
                  <a:lnTo>
                    <a:pt x="1290094" y="0"/>
                  </a:lnTo>
                  <a:lnTo>
                    <a:pt x="1290094" y="6858000"/>
                  </a:lnTo>
                  <a:lnTo>
                    <a:pt x="0" y="6858000"/>
                  </a:lnTo>
                  <a:lnTo>
                    <a:pt x="1019735" y="0"/>
                  </a:lnTo>
                  <a:close/>
                </a:path>
              </a:pathLst>
            </a:custGeom>
            <a:solidFill>
              <a:schemeClr val="accent2">
                <a:alpha val="69804"/>
              </a:schemeClr>
            </a:solidFill>
            <a:ln>
              <a:noFill/>
            </a:ln>
          </p:spPr>
        </p:sp>
        <p:sp>
          <p:nvSpPr>
            <p:cNvPr id="18" name="Google Shape;18;p1"/>
            <p:cNvSpPr/>
            <p:nvPr/>
          </p:nvSpPr>
          <p:spPr>
            <a:xfrm>
              <a:off x="10938999" y="-8467"/>
              <a:ext cx="1249825" cy="6866467"/>
            </a:xfrm>
            <a:custGeom>
              <a:rect b="b" l="l" r="r" t="t"/>
              <a:pathLst>
                <a:path extrusionOk="0" h="6858000" w="1249825">
                  <a:moveTo>
                    <a:pt x="0" y="0"/>
                  </a:moveTo>
                  <a:lnTo>
                    <a:pt x="1249825" y="0"/>
                  </a:lnTo>
                  <a:lnTo>
                    <a:pt x="1249825" y="6858000"/>
                  </a:lnTo>
                  <a:lnTo>
                    <a:pt x="1109382" y="6858000"/>
                  </a:lnTo>
                  <a:lnTo>
                    <a:pt x="0" y="0"/>
                  </a:lnTo>
                  <a:close/>
                </a:path>
              </a:pathLst>
            </a:custGeom>
            <a:solidFill>
              <a:srgbClr val="226292">
                <a:alpha val="80000"/>
              </a:srgbClr>
            </a:solidFill>
            <a:ln>
              <a:noFill/>
            </a:ln>
          </p:spPr>
        </p:sp>
        <p:sp>
          <p:nvSpPr>
            <p:cNvPr id="19" name="Google Shape;19;p1"/>
            <p:cNvSpPr/>
            <p:nvPr/>
          </p:nvSpPr>
          <p:spPr>
            <a:xfrm>
              <a:off x="10371666" y="3589867"/>
              <a:ext cx="1817159" cy="3268133"/>
            </a:xfrm>
            <a:prstGeom prst="triangle">
              <a:avLst>
                <a:gd fmla="val 100000" name="adj"/>
              </a:avLst>
            </a:prstGeom>
            <a:solidFill>
              <a:srgbClr val="16B0E3">
                <a:alpha val="6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1"/>
            <p:cNvSpPr/>
            <p:nvPr/>
          </p:nvSpPr>
          <p:spPr>
            <a:xfrm>
              <a:off x="0" y="4013200"/>
              <a:ext cx="448733" cy="2844800"/>
            </a:xfrm>
            <a:prstGeom prst="triangle">
              <a:avLst>
                <a:gd fmla="val 0" name="adj"/>
              </a:avLst>
            </a:prstGeom>
            <a:solidFill>
              <a:schemeClr val="accent1">
                <a:alpha val="69804"/>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1"/>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marR="0" rtl="0" algn="l">
              <a:spcBef>
                <a:spcPts val="0"/>
              </a:spcBef>
              <a:spcAft>
                <a:spcPts val="0"/>
              </a:spcAft>
              <a:buClr>
                <a:schemeClr val="accent1"/>
              </a:buClr>
              <a:buSzPts val="3600"/>
              <a:buFont typeface="Trebuchet MS"/>
              <a:buNone/>
              <a:defRPr b="0" i="0" sz="3600" u="none" cap="none" strike="noStrike">
                <a:solidFill>
                  <a:schemeClr val="accent1"/>
                </a:solidFill>
                <a:latin typeface="Trebuchet MS"/>
                <a:ea typeface="Trebuchet MS"/>
                <a:cs typeface="Trebuchet MS"/>
                <a:sym typeface="Trebuchet MS"/>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22" name="Google Shape;22;p1"/>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lvl1pPr indent="-320040" lvl="0" marL="457200" marR="0" rtl="0" algn="l">
              <a:spcBef>
                <a:spcPts val="1000"/>
              </a:spcBef>
              <a:spcAft>
                <a:spcPts val="0"/>
              </a:spcAft>
              <a:buClr>
                <a:schemeClr val="accent1"/>
              </a:buClr>
              <a:buSzPts val="1440"/>
              <a:buFont typeface="Noto Sans Symbols"/>
              <a:buChar char="►"/>
              <a:defRPr b="0" i="0" sz="1800" u="none" cap="none" strike="noStrike">
                <a:solidFill>
                  <a:srgbClr val="3F3F3F"/>
                </a:solidFill>
                <a:latin typeface="Trebuchet MS"/>
                <a:ea typeface="Trebuchet MS"/>
                <a:cs typeface="Trebuchet MS"/>
                <a:sym typeface="Trebuchet MS"/>
              </a:defRPr>
            </a:lvl1pPr>
            <a:lvl2pPr indent="-309880" lvl="1" marL="914400" marR="0" rtl="0" algn="l">
              <a:spcBef>
                <a:spcPts val="1000"/>
              </a:spcBef>
              <a:spcAft>
                <a:spcPts val="0"/>
              </a:spcAft>
              <a:buClr>
                <a:schemeClr val="accent1"/>
              </a:buClr>
              <a:buSzPts val="1280"/>
              <a:buFont typeface="Noto Sans Symbols"/>
              <a:buChar char="►"/>
              <a:defRPr b="0" i="0" sz="1600" u="none" cap="none" strike="noStrike">
                <a:solidFill>
                  <a:srgbClr val="3F3F3F"/>
                </a:solidFill>
                <a:latin typeface="Trebuchet MS"/>
                <a:ea typeface="Trebuchet MS"/>
                <a:cs typeface="Trebuchet MS"/>
                <a:sym typeface="Trebuchet MS"/>
              </a:defRPr>
            </a:lvl2pPr>
            <a:lvl3pPr indent="-299720" lvl="2" marL="1371600" marR="0" rtl="0" algn="l">
              <a:spcBef>
                <a:spcPts val="1000"/>
              </a:spcBef>
              <a:spcAft>
                <a:spcPts val="0"/>
              </a:spcAft>
              <a:buClr>
                <a:schemeClr val="accent1"/>
              </a:buClr>
              <a:buSzPts val="1120"/>
              <a:buFont typeface="Noto Sans Symbols"/>
              <a:buChar char="►"/>
              <a:defRPr b="0" i="0" sz="1400" u="none" cap="none" strike="noStrike">
                <a:solidFill>
                  <a:srgbClr val="3F3F3F"/>
                </a:solidFill>
                <a:latin typeface="Trebuchet MS"/>
                <a:ea typeface="Trebuchet MS"/>
                <a:cs typeface="Trebuchet MS"/>
                <a:sym typeface="Trebuchet MS"/>
              </a:defRPr>
            </a:lvl3pPr>
            <a:lvl4pPr indent="-289560" lvl="3" marL="18288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4pPr>
            <a:lvl5pPr indent="-289560" lvl="4" marL="22860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5pPr>
            <a:lvl6pPr indent="-289560" lvl="5" marL="27432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6pPr>
            <a:lvl7pPr indent="-289560" lvl="6" marL="32004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7pPr>
            <a:lvl8pPr indent="-289560" lvl="7" marL="36576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8pPr>
            <a:lvl9pPr indent="-289560" lvl="8" marL="41148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9pPr>
          </a:lstStyle>
          <a:p/>
        </p:txBody>
      </p:sp>
      <p:sp>
        <p:nvSpPr>
          <p:cNvPr id="23" name="Google Shape;23;p1"/>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900" u="none" cap="none" strike="noStrike">
                <a:solidFill>
                  <a:schemeClr val="accent1"/>
                </a:solidFill>
                <a:latin typeface="Trebuchet MS"/>
                <a:ea typeface="Trebuchet MS"/>
                <a:cs typeface="Trebuchet MS"/>
                <a:sym typeface="Trebuchet MS"/>
              </a:defRPr>
            </a:lvl1pPr>
            <a:lvl2pPr indent="0" lvl="1" marL="0" marR="0" rtl="0" algn="r">
              <a:spcBef>
                <a:spcPts val="0"/>
              </a:spcBef>
              <a:buNone/>
              <a:defRPr b="0" i="0" sz="900" u="none" cap="none" strike="noStrike">
                <a:solidFill>
                  <a:schemeClr val="accent1"/>
                </a:solidFill>
                <a:latin typeface="Trebuchet MS"/>
                <a:ea typeface="Trebuchet MS"/>
                <a:cs typeface="Trebuchet MS"/>
                <a:sym typeface="Trebuchet MS"/>
              </a:defRPr>
            </a:lvl2pPr>
            <a:lvl3pPr indent="0" lvl="2" marL="0" marR="0" rtl="0" algn="r">
              <a:spcBef>
                <a:spcPts val="0"/>
              </a:spcBef>
              <a:buNone/>
              <a:defRPr b="0" i="0" sz="900" u="none" cap="none" strike="noStrike">
                <a:solidFill>
                  <a:schemeClr val="accent1"/>
                </a:solidFill>
                <a:latin typeface="Trebuchet MS"/>
                <a:ea typeface="Trebuchet MS"/>
                <a:cs typeface="Trebuchet MS"/>
                <a:sym typeface="Trebuchet MS"/>
              </a:defRPr>
            </a:lvl3pPr>
            <a:lvl4pPr indent="0" lvl="3" marL="0" marR="0" rtl="0" algn="r">
              <a:spcBef>
                <a:spcPts val="0"/>
              </a:spcBef>
              <a:buNone/>
              <a:defRPr b="0" i="0" sz="900" u="none" cap="none" strike="noStrike">
                <a:solidFill>
                  <a:schemeClr val="accent1"/>
                </a:solidFill>
                <a:latin typeface="Trebuchet MS"/>
                <a:ea typeface="Trebuchet MS"/>
                <a:cs typeface="Trebuchet MS"/>
                <a:sym typeface="Trebuchet MS"/>
              </a:defRPr>
            </a:lvl4pPr>
            <a:lvl5pPr indent="0" lvl="4" marL="0" marR="0" rtl="0" algn="r">
              <a:spcBef>
                <a:spcPts val="0"/>
              </a:spcBef>
              <a:buNone/>
              <a:defRPr b="0" i="0" sz="900" u="none" cap="none" strike="noStrike">
                <a:solidFill>
                  <a:schemeClr val="accent1"/>
                </a:solidFill>
                <a:latin typeface="Trebuchet MS"/>
                <a:ea typeface="Trebuchet MS"/>
                <a:cs typeface="Trebuchet MS"/>
                <a:sym typeface="Trebuchet MS"/>
              </a:defRPr>
            </a:lvl5pPr>
            <a:lvl6pPr indent="0" lvl="5" marL="0" marR="0" rtl="0" algn="r">
              <a:spcBef>
                <a:spcPts val="0"/>
              </a:spcBef>
              <a:buNone/>
              <a:defRPr b="0" i="0" sz="900" u="none" cap="none" strike="noStrike">
                <a:solidFill>
                  <a:schemeClr val="accent1"/>
                </a:solidFill>
                <a:latin typeface="Trebuchet MS"/>
                <a:ea typeface="Trebuchet MS"/>
                <a:cs typeface="Trebuchet MS"/>
                <a:sym typeface="Trebuchet MS"/>
              </a:defRPr>
            </a:lvl6pPr>
            <a:lvl7pPr indent="0" lvl="6" marL="0" marR="0" rtl="0" algn="r">
              <a:spcBef>
                <a:spcPts val="0"/>
              </a:spcBef>
              <a:buNone/>
              <a:defRPr b="0" i="0" sz="900" u="none" cap="none" strike="noStrike">
                <a:solidFill>
                  <a:schemeClr val="accent1"/>
                </a:solidFill>
                <a:latin typeface="Trebuchet MS"/>
                <a:ea typeface="Trebuchet MS"/>
                <a:cs typeface="Trebuchet MS"/>
                <a:sym typeface="Trebuchet MS"/>
              </a:defRPr>
            </a:lvl7pPr>
            <a:lvl8pPr indent="0" lvl="7" marL="0" marR="0" rtl="0" algn="r">
              <a:spcBef>
                <a:spcPts val="0"/>
              </a:spcBef>
              <a:buNone/>
              <a:defRPr b="0" i="0" sz="900" u="none" cap="none" strike="noStrike">
                <a:solidFill>
                  <a:schemeClr val="accent1"/>
                </a:solidFill>
                <a:latin typeface="Trebuchet MS"/>
                <a:ea typeface="Trebuchet MS"/>
                <a:cs typeface="Trebuchet MS"/>
                <a:sym typeface="Trebuchet MS"/>
              </a:defRPr>
            </a:lvl8pPr>
            <a:lvl9pPr indent="0" lvl="8" marL="0" marR="0" rtl="0" algn="r">
              <a:spcBef>
                <a:spcPts val="0"/>
              </a:spcBef>
              <a:buNone/>
              <a:defRPr b="0" i="0" sz="900" u="none" cap="none" strike="noStrike">
                <a:solidFill>
                  <a:schemeClr val="accent1"/>
                </a:solidFill>
                <a:latin typeface="Trebuchet MS"/>
                <a:ea typeface="Trebuchet MS"/>
                <a:cs typeface="Trebuchet MS"/>
                <a:sym typeface="Trebuchet MS"/>
              </a:defRPr>
            </a:lvl9pPr>
          </a:lstStyle>
          <a:p>
            <a:pPr indent="0" lvl="0" marL="0" rtl="0" algn="r">
              <a:spcBef>
                <a:spcPts val="0"/>
              </a:spcBef>
              <a:spcAft>
                <a:spcPts val="0"/>
              </a:spcAft>
              <a:buNone/>
            </a:pPr>
            <a:fld id="{00000000-1234-1234-1234-123412341234}" type="slidenum">
              <a:rPr lang="en-NP"/>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 name="Shape 46"/>
        <p:cNvGrpSpPr/>
        <p:nvPr/>
      </p:nvGrpSpPr>
      <p:grpSpPr>
        <a:xfrm>
          <a:off x="0" y="0"/>
          <a:ext cx="0" cy="0"/>
          <a:chOff x="0" y="0"/>
          <a:chExt cx="0" cy="0"/>
        </a:xfrm>
      </p:grpSpPr>
      <p:sp>
        <p:nvSpPr>
          <p:cNvPr id="47" name="Google Shape;47;p4"/>
          <p:cNvSpPr txBox="1"/>
          <p:nvPr/>
        </p:nvSpPr>
        <p:spPr>
          <a:xfrm>
            <a:off x="1507067" y="3252603"/>
            <a:ext cx="7767000" cy="1364100"/>
          </a:xfrm>
          <a:prstGeom prst="rect">
            <a:avLst/>
          </a:prstGeom>
          <a:noFill/>
          <a:ln>
            <a:noFill/>
          </a:ln>
        </p:spPr>
        <p:txBody>
          <a:bodyPr anchorCtr="0" anchor="t" bIns="45700" lIns="91425" spcFirstLastPara="1" rIns="91425" wrap="square" tIns="45700">
            <a:noAutofit/>
          </a:bodyPr>
          <a:lstStyle/>
          <a:p>
            <a:pPr indent="0" lvl="0" marL="0" marR="0" rtl="0" algn="ctr">
              <a:lnSpc>
                <a:spcPct val="80000"/>
              </a:lnSpc>
              <a:spcBef>
                <a:spcPts val="0"/>
              </a:spcBef>
              <a:spcAft>
                <a:spcPts val="0"/>
              </a:spcAft>
              <a:buClr>
                <a:schemeClr val="accent1"/>
              </a:buClr>
              <a:buSzPts val="1440"/>
              <a:buFont typeface="Noto Sans Symbols"/>
              <a:buNone/>
            </a:pPr>
            <a:r>
              <a:rPr lang="en-NP" sz="2000">
                <a:solidFill>
                  <a:srgbClr val="7F7F7F"/>
                </a:solidFill>
                <a:latin typeface="Cambria"/>
                <a:ea typeface="Cambria"/>
                <a:cs typeface="Cambria"/>
                <a:sym typeface="Cambria"/>
              </a:rPr>
              <a:t>Group </a:t>
            </a:r>
            <a:r>
              <a:rPr i="0" lang="en-NP" sz="2000" u="none" cap="none" strike="noStrike">
                <a:solidFill>
                  <a:srgbClr val="7F7F7F"/>
                </a:solidFill>
                <a:latin typeface="Cambria"/>
                <a:ea typeface="Cambria"/>
                <a:cs typeface="Cambria"/>
                <a:sym typeface="Cambria"/>
              </a:rPr>
              <a:t>Member Name 1, [Roll No]</a:t>
            </a:r>
            <a:endParaRPr sz="1600">
              <a:latin typeface="Cambria"/>
              <a:ea typeface="Cambria"/>
              <a:cs typeface="Cambria"/>
              <a:sym typeface="Cambria"/>
            </a:endParaRPr>
          </a:p>
          <a:p>
            <a:pPr indent="0" lvl="0" marL="0" marR="0" rtl="0" algn="ctr">
              <a:lnSpc>
                <a:spcPct val="80000"/>
              </a:lnSpc>
              <a:spcBef>
                <a:spcPts val="1000"/>
              </a:spcBef>
              <a:spcAft>
                <a:spcPts val="0"/>
              </a:spcAft>
              <a:buClr>
                <a:schemeClr val="accent1"/>
              </a:buClr>
              <a:buSzPts val="1440"/>
              <a:buFont typeface="Noto Sans Symbols"/>
              <a:buNone/>
            </a:pPr>
            <a:r>
              <a:rPr lang="en-NP" sz="2000">
                <a:solidFill>
                  <a:srgbClr val="7F7F7F"/>
                </a:solidFill>
                <a:latin typeface="Cambria"/>
                <a:ea typeface="Cambria"/>
                <a:cs typeface="Cambria"/>
                <a:sym typeface="Cambria"/>
              </a:rPr>
              <a:t>Group </a:t>
            </a:r>
            <a:r>
              <a:rPr i="0" lang="en-NP" sz="2000" u="none" cap="none" strike="noStrike">
                <a:solidFill>
                  <a:srgbClr val="7F7F7F"/>
                </a:solidFill>
                <a:latin typeface="Cambria"/>
                <a:ea typeface="Cambria"/>
                <a:cs typeface="Cambria"/>
                <a:sym typeface="Cambria"/>
              </a:rPr>
              <a:t>Member Name 2, [Roll No]</a:t>
            </a:r>
            <a:endParaRPr sz="1600">
              <a:latin typeface="Cambria"/>
              <a:ea typeface="Cambria"/>
              <a:cs typeface="Cambria"/>
              <a:sym typeface="Cambria"/>
            </a:endParaRPr>
          </a:p>
          <a:p>
            <a:pPr indent="0" lvl="0" marL="0" marR="0" rtl="0" algn="ctr">
              <a:lnSpc>
                <a:spcPct val="80000"/>
              </a:lnSpc>
              <a:spcBef>
                <a:spcPts val="1000"/>
              </a:spcBef>
              <a:spcAft>
                <a:spcPts val="0"/>
              </a:spcAft>
              <a:buClr>
                <a:schemeClr val="accent1"/>
              </a:buClr>
              <a:buSzPts val="1440"/>
              <a:buFont typeface="Noto Sans Symbols"/>
              <a:buNone/>
            </a:pPr>
            <a:r>
              <a:rPr lang="en-NP" sz="2000">
                <a:solidFill>
                  <a:srgbClr val="7F7F7F"/>
                </a:solidFill>
                <a:latin typeface="Cambria"/>
                <a:ea typeface="Cambria"/>
                <a:cs typeface="Cambria"/>
                <a:sym typeface="Cambria"/>
              </a:rPr>
              <a:t>Group </a:t>
            </a:r>
            <a:r>
              <a:rPr i="0" lang="en-NP" sz="2000" u="none" cap="none" strike="noStrike">
                <a:solidFill>
                  <a:srgbClr val="7F7F7F"/>
                </a:solidFill>
                <a:latin typeface="Cambria"/>
                <a:ea typeface="Cambria"/>
                <a:cs typeface="Cambria"/>
                <a:sym typeface="Cambria"/>
              </a:rPr>
              <a:t>Member Name 3, [Roll No]</a:t>
            </a:r>
            <a:endParaRPr sz="1600">
              <a:latin typeface="Cambria"/>
              <a:ea typeface="Cambria"/>
              <a:cs typeface="Cambria"/>
              <a:sym typeface="Cambria"/>
            </a:endParaRPr>
          </a:p>
          <a:p>
            <a:pPr indent="0" lvl="0" marL="0" marR="0" rtl="0" algn="ctr">
              <a:lnSpc>
                <a:spcPct val="80000"/>
              </a:lnSpc>
              <a:spcBef>
                <a:spcPts val="1000"/>
              </a:spcBef>
              <a:spcAft>
                <a:spcPts val="0"/>
              </a:spcAft>
              <a:buClr>
                <a:schemeClr val="accent1"/>
              </a:buClr>
              <a:buSzPts val="1440"/>
              <a:buFont typeface="Noto Sans Symbols"/>
              <a:buNone/>
            </a:pPr>
            <a:r>
              <a:t/>
            </a:r>
            <a:endParaRPr i="0" sz="2000" u="none" cap="none" strike="noStrike">
              <a:solidFill>
                <a:srgbClr val="7F7F7F"/>
              </a:solidFill>
              <a:latin typeface="Cambria"/>
              <a:ea typeface="Cambria"/>
              <a:cs typeface="Cambria"/>
              <a:sym typeface="Cambria"/>
            </a:endParaRPr>
          </a:p>
        </p:txBody>
      </p:sp>
      <p:sp>
        <p:nvSpPr>
          <p:cNvPr id="48" name="Google Shape;48;p4"/>
          <p:cNvSpPr txBox="1"/>
          <p:nvPr>
            <p:ph type="ctrTitle"/>
          </p:nvPr>
        </p:nvSpPr>
        <p:spPr>
          <a:xfrm>
            <a:off x="1570075" y="490250"/>
            <a:ext cx="7641000" cy="9753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Clr>
                <a:schemeClr val="accent1"/>
              </a:buClr>
              <a:buSzPts val="5400"/>
              <a:buFont typeface="Trebuchet MS"/>
              <a:buNone/>
            </a:pPr>
            <a:r>
              <a:rPr b="1" lang="en-NP" sz="4800">
                <a:latin typeface="Cambria"/>
                <a:ea typeface="Cambria"/>
                <a:cs typeface="Cambria"/>
                <a:sym typeface="Cambria"/>
              </a:rPr>
              <a:t>PROJECT TITLE</a:t>
            </a:r>
            <a:endParaRPr b="1" sz="4800">
              <a:latin typeface="Cambria"/>
              <a:ea typeface="Cambria"/>
              <a:cs typeface="Cambria"/>
              <a:sym typeface="Cambria"/>
            </a:endParaRPr>
          </a:p>
        </p:txBody>
      </p:sp>
      <p:sp>
        <p:nvSpPr>
          <p:cNvPr id="49" name="Google Shape;49;p4"/>
          <p:cNvSpPr txBox="1"/>
          <p:nvPr>
            <p:ph idx="1" type="subTitle"/>
          </p:nvPr>
        </p:nvSpPr>
        <p:spPr>
          <a:xfrm>
            <a:off x="1507067" y="2215926"/>
            <a:ext cx="7766936" cy="532742"/>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SzPts val="1440"/>
              <a:buNone/>
            </a:pPr>
            <a:r>
              <a:rPr b="1" lang="en-NP" sz="2000">
                <a:latin typeface="Cambria"/>
                <a:ea typeface="Cambria"/>
                <a:cs typeface="Cambria"/>
                <a:sym typeface="Cambria"/>
              </a:rPr>
              <a:t>DEGREE / SEMESTER</a:t>
            </a:r>
            <a:endParaRPr b="1" sz="2000">
              <a:latin typeface="Cambria"/>
              <a:ea typeface="Cambria"/>
              <a:cs typeface="Cambria"/>
              <a:sym typeface="Cambria"/>
            </a:endParaRPr>
          </a:p>
        </p:txBody>
      </p:sp>
      <p:pic>
        <p:nvPicPr>
          <p:cNvPr descr="Logo&#10;&#10;Description automatically generated" id="50" name="Google Shape;50;p4"/>
          <p:cNvPicPr preferRelativeResize="0"/>
          <p:nvPr/>
        </p:nvPicPr>
        <p:blipFill rotWithShape="1">
          <a:blip r:embed="rId3">
            <a:alphaModFix/>
          </a:blip>
          <a:srcRect b="0" l="0" r="0" t="0"/>
          <a:stretch/>
        </p:blipFill>
        <p:spPr>
          <a:xfrm>
            <a:off x="2818087" y="4906775"/>
            <a:ext cx="5144915" cy="11894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sp>
        <p:nvSpPr>
          <p:cNvPr id="56" name="Google Shape;56;p5"/>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b="1" lang="en-NP">
                <a:latin typeface="Cambria"/>
                <a:ea typeface="Cambria"/>
                <a:cs typeface="Cambria"/>
                <a:sym typeface="Cambria"/>
              </a:rPr>
              <a:t>Contents / Agenda</a:t>
            </a:r>
            <a:endParaRPr b="1">
              <a:latin typeface="Cambria"/>
              <a:ea typeface="Cambria"/>
              <a:cs typeface="Cambria"/>
              <a:sym typeface="Cambria"/>
            </a:endParaRPr>
          </a:p>
        </p:txBody>
      </p:sp>
      <p:sp>
        <p:nvSpPr>
          <p:cNvPr id="57" name="Google Shape;57;p5"/>
          <p:cNvSpPr txBox="1"/>
          <p:nvPr>
            <p:ph idx="1" type="body"/>
          </p:nvPr>
        </p:nvSpPr>
        <p:spPr>
          <a:xfrm>
            <a:off x="677325" y="1697600"/>
            <a:ext cx="10266900" cy="4617000"/>
          </a:xfrm>
          <a:prstGeom prst="rect">
            <a:avLst/>
          </a:prstGeom>
          <a:noFill/>
          <a:ln>
            <a:noFill/>
          </a:ln>
        </p:spPr>
        <p:txBody>
          <a:bodyPr anchorCtr="0" anchor="t" bIns="45700" lIns="91425" spcFirstLastPara="1" rIns="91425" wrap="square" tIns="45700">
            <a:noAutofit/>
          </a:bodyPr>
          <a:lstStyle/>
          <a:p>
            <a:pPr indent="-337312" lvl="0" marL="342900" rtl="0" algn="l">
              <a:lnSpc>
                <a:spcPct val="80000"/>
              </a:lnSpc>
              <a:spcBef>
                <a:spcPts val="0"/>
              </a:spcBef>
              <a:spcAft>
                <a:spcPts val="0"/>
              </a:spcAft>
              <a:buSzPts val="1832"/>
              <a:buFont typeface="Cambria"/>
              <a:buChar char="►"/>
            </a:pPr>
            <a:r>
              <a:rPr lang="en-NP" sz="2240">
                <a:latin typeface="Cambria"/>
                <a:ea typeface="Cambria"/>
                <a:cs typeface="Cambria"/>
                <a:sym typeface="Cambria"/>
              </a:rPr>
              <a:t>Introduction</a:t>
            </a:r>
            <a:endParaRPr sz="2240">
              <a:latin typeface="Cambria"/>
              <a:ea typeface="Cambria"/>
              <a:cs typeface="Cambria"/>
              <a:sym typeface="Cambria"/>
            </a:endParaRPr>
          </a:p>
          <a:p>
            <a:pPr indent="-337312" lvl="0" marL="342900" rtl="0" algn="l">
              <a:lnSpc>
                <a:spcPct val="80000"/>
              </a:lnSpc>
              <a:spcBef>
                <a:spcPts val="1000"/>
              </a:spcBef>
              <a:spcAft>
                <a:spcPts val="0"/>
              </a:spcAft>
              <a:buSzPts val="1832"/>
              <a:buFont typeface="Cambria"/>
              <a:buChar char="►"/>
            </a:pPr>
            <a:r>
              <a:rPr lang="en-NP" sz="2240">
                <a:latin typeface="Cambria"/>
                <a:ea typeface="Cambria"/>
                <a:cs typeface="Cambria"/>
                <a:sym typeface="Cambria"/>
              </a:rPr>
              <a:t>Problem Statement</a:t>
            </a:r>
            <a:endParaRPr sz="2240">
              <a:latin typeface="Cambria"/>
              <a:ea typeface="Cambria"/>
              <a:cs typeface="Cambria"/>
              <a:sym typeface="Cambria"/>
            </a:endParaRPr>
          </a:p>
          <a:p>
            <a:pPr indent="-337312" lvl="0" marL="342900" rtl="0" algn="l">
              <a:lnSpc>
                <a:spcPct val="80000"/>
              </a:lnSpc>
              <a:spcBef>
                <a:spcPts val="1000"/>
              </a:spcBef>
              <a:spcAft>
                <a:spcPts val="0"/>
              </a:spcAft>
              <a:buSzPts val="1832"/>
              <a:buFont typeface="Cambria"/>
              <a:buChar char="►"/>
            </a:pPr>
            <a:r>
              <a:rPr lang="en-NP" sz="2240">
                <a:latin typeface="Cambria"/>
                <a:ea typeface="Cambria"/>
                <a:cs typeface="Cambria"/>
                <a:sym typeface="Cambria"/>
              </a:rPr>
              <a:t>Motivation</a:t>
            </a:r>
            <a:endParaRPr sz="2240">
              <a:latin typeface="Cambria"/>
              <a:ea typeface="Cambria"/>
              <a:cs typeface="Cambria"/>
              <a:sym typeface="Cambria"/>
            </a:endParaRPr>
          </a:p>
          <a:p>
            <a:pPr indent="-337312" lvl="0" marL="342900" rtl="0" algn="l">
              <a:lnSpc>
                <a:spcPct val="80000"/>
              </a:lnSpc>
              <a:spcBef>
                <a:spcPts val="1000"/>
              </a:spcBef>
              <a:spcAft>
                <a:spcPts val="0"/>
              </a:spcAft>
              <a:buSzPts val="1832"/>
              <a:buFont typeface="Cambria"/>
              <a:buChar char="►"/>
            </a:pPr>
            <a:r>
              <a:rPr lang="en-NP" sz="2240"/>
              <a:t>Objectives</a:t>
            </a:r>
            <a:endParaRPr sz="2240">
              <a:latin typeface="Cambria"/>
              <a:ea typeface="Cambria"/>
              <a:cs typeface="Cambria"/>
              <a:sym typeface="Cambria"/>
            </a:endParaRPr>
          </a:p>
          <a:p>
            <a:pPr indent="-337312" lvl="0" marL="342900" rtl="0" algn="l">
              <a:lnSpc>
                <a:spcPct val="80000"/>
              </a:lnSpc>
              <a:spcBef>
                <a:spcPts val="1000"/>
              </a:spcBef>
              <a:spcAft>
                <a:spcPts val="0"/>
              </a:spcAft>
              <a:buSzPts val="1832"/>
              <a:buChar char="►"/>
            </a:pPr>
            <a:r>
              <a:rPr lang="en-NP" sz="2240"/>
              <a:t>Features</a:t>
            </a:r>
            <a:endParaRPr sz="2240">
              <a:latin typeface="Cambria"/>
              <a:ea typeface="Cambria"/>
              <a:cs typeface="Cambria"/>
              <a:sym typeface="Cambria"/>
            </a:endParaRPr>
          </a:p>
          <a:p>
            <a:pPr indent="-337312" lvl="0" marL="342900" rtl="0" algn="l">
              <a:lnSpc>
                <a:spcPct val="80000"/>
              </a:lnSpc>
              <a:spcBef>
                <a:spcPts val="1000"/>
              </a:spcBef>
              <a:spcAft>
                <a:spcPts val="0"/>
              </a:spcAft>
              <a:buSzPts val="1832"/>
              <a:buFont typeface="Cambria"/>
              <a:buChar char="►"/>
            </a:pPr>
            <a:r>
              <a:rPr lang="en-NP" sz="2240">
                <a:latin typeface="Cambria"/>
                <a:ea typeface="Cambria"/>
                <a:cs typeface="Cambria"/>
                <a:sym typeface="Cambria"/>
              </a:rPr>
              <a:t>Platform (Development Environment)</a:t>
            </a:r>
            <a:endParaRPr sz="2240">
              <a:latin typeface="Cambria"/>
              <a:ea typeface="Cambria"/>
              <a:cs typeface="Cambria"/>
              <a:sym typeface="Cambria"/>
            </a:endParaRPr>
          </a:p>
          <a:p>
            <a:pPr indent="-337312" lvl="0" marL="342900" rtl="0" algn="l">
              <a:lnSpc>
                <a:spcPct val="80000"/>
              </a:lnSpc>
              <a:spcBef>
                <a:spcPts val="1000"/>
              </a:spcBef>
              <a:spcAft>
                <a:spcPts val="0"/>
              </a:spcAft>
              <a:buSzPts val="1832"/>
              <a:buFont typeface="Cambria"/>
              <a:buChar char="►"/>
            </a:pPr>
            <a:r>
              <a:rPr lang="en-NP" sz="2240">
                <a:latin typeface="Cambria"/>
                <a:ea typeface="Cambria"/>
                <a:cs typeface="Cambria"/>
                <a:sym typeface="Cambria"/>
              </a:rPr>
              <a:t>Proposed Timeline [Gantt Chart]</a:t>
            </a:r>
            <a:endParaRPr sz="2240">
              <a:latin typeface="Cambria"/>
              <a:ea typeface="Cambria"/>
              <a:cs typeface="Cambria"/>
              <a:sym typeface="Cambria"/>
            </a:endParaRPr>
          </a:p>
          <a:p>
            <a:pPr indent="-337312" lvl="0" marL="342900" rtl="0" algn="l">
              <a:lnSpc>
                <a:spcPct val="80000"/>
              </a:lnSpc>
              <a:spcBef>
                <a:spcPts val="1000"/>
              </a:spcBef>
              <a:spcAft>
                <a:spcPts val="0"/>
              </a:spcAft>
              <a:buSzPts val="1832"/>
              <a:buFont typeface="Cambria"/>
              <a:buChar char="►"/>
            </a:pPr>
            <a:r>
              <a:rPr lang="en-NP" sz="2240">
                <a:latin typeface="Cambria"/>
                <a:ea typeface="Cambria"/>
                <a:cs typeface="Cambria"/>
                <a:sym typeface="Cambria"/>
              </a:rPr>
              <a:t>Business Model [for Final Year Student Only]</a:t>
            </a:r>
            <a:endParaRPr sz="2240">
              <a:latin typeface="Cambria"/>
              <a:ea typeface="Cambria"/>
              <a:cs typeface="Cambria"/>
              <a:sym typeface="Cambria"/>
            </a:endParaRPr>
          </a:p>
          <a:p>
            <a:pPr indent="-337312" lvl="0" marL="342900" rtl="0" algn="l">
              <a:lnSpc>
                <a:spcPct val="80000"/>
              </a:lnSpc>
              <a:spcBef>
                <a:spcPts val="1000"/>
              </a:spcBef>
              <a:spcAft>
                <a:spcPts val="0"/>
              </a:spcAft>
              <a:buSzPts val="1832"/>
              <a:buFont typeface="Cambria"/>
              <a:buChar char="►"/>
            </a:pPr>
            <a:r>
              <a:rPr lang="en-NP" sz="2240">
                <a:latin typeface="Cambria"/>
                <a:ea typeface="Cambria"/>
                <a:cs typeface="Cambria"/>
                <a:sym typeface="Cambria"/>
              </a:rPr>
              <a:t>Conclusion</a:t>
            </a:r>
            <a:endParaRPr sz="2240">
              <a:latin typeface="Cambria"/>
              <a:ea typeface="Cambria"/>
              <a:cs typeface="Cambria"/>
              <a:sym typeface="Cambria"/>
            </a:endParaRPr>
          </a:p>
          <a:p>
            <a:pPr indent="-220980" lvl="0" marL="342900" rtl="0" algn="l">
              <a:lnSpc>
                <a:spcPct val="80000"/>
              </a:lnSpc>
              <a:spcBef>
                <a:spcPts val="1000"/>
              </a:spcBef>
              <a:spcAft>
                <a:spcPts val="0"/>
              </a:spcAft>
              <a:buSzPts val="1632"/>
              <a:buNone/>
            </a:pPr>
            <a:r>
              <a:t/>
            </a:r>
            <a:endParaRPr sz="2240">
              <a:latin typeface="Cambria"/>
              <a:ea typeface="Cambria"/>
              <a:cs typeface="Cambria"/>
              <a:sym typeface="Cambria"/>
            </a:endParaRPr>
          </a:p>
        </p:txBody>
      </p:sp>
      <p:sp>
        <p:nvSpPr>
          <p:cNvPr id="58" name="Google Shape;58;p5"/>
          <p:cNvSpPr txBox="1"/>
          <p:nvPr>
            <p:ph idx="12" type="sldNum"/>
          </p:nvPr>
        </p:nvSpPr>
        <p:spPr>
          <a:xfrm>
            <a:off x="11310438" y="6314637"/>
            <a:ext cx="6834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NP"/>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6"/>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b="1" lang="en-NP">
                <a:latin typeface="Cambria"/>
                <a:ea typeface="Cambria"/>
                <a:cs typeface="Cambria"/>
                <a:sym typeface="Cambria"/>
              </a:rPr>
              <a:t>Introduction</a:t>
            </a:r>
            <a:r>
              <a:rPr b="1" lang="en-NP">
                <a:latin typeface="Cambria"/>
                <a:ea typeface="Cambria"/>
                <a:cs typeface="Cambria"/>
                <a:sym typeface="Cambria"/>
              </a:rPr>
              <a:t> [FONT-SIZE: 36pts]</a:t>
            </a:r>
            <a:endParaRPr b="1">
              <a:latin typeface="Cambria"/>
              <a:ea typeface="Cambria"/>
              <a:cs typeface="Cambria"/>
              <a:sym typeface="Cambria"/>
            </a:endParaRPr>
          </a:p>
        </p:txBody>
      </p:sp>
      <p:sp>
        <p:nvSpPr>
          <p:cNvPr id="65" name="Google Shape;65;p6"/>
          <p:cNvSpPr txBox="1"/>
          <p:nvPr>
            <p:ph idx="1" type="body"/>
          </p:nvPr>
        </p:nvSpPr>
        <p:spPr>
          <a:xfrm>
            <a:off x="677325" y="1697600"/>
            <a:ext cx="10266900" cy="46170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920"/>
              <a:buFont typeface="Cambria"/>
              <a:buChar char="►"/>
            </a:pPr>
            <a:r>
              <a:rPr lang="en-NP">
                <a:latin typeface="Cambria"/>
                <a:ea typeface="Cambria"/>
                <a:cs typeface="Cambria"/>
                <a:sym typeface="Cambria"/>
              </a:rPr>
              <a:t>Level 1 : font size 24 pts</a:t>
            </a:r>
            <a:endParaRPr>
              <a:latin typeface="Cambria"/>
              <a:ea typeface="Cambria"/>
              <a:cs typeface="Cambria"/>
              <a:sym typeface="Cambria"/>
            </a:endParaRPr>
          </a:p>
          <a:p>
            <a:pPr indent="-285750" lvl="1" marL="742950" rtl="0" algn="l">
              <a:spcBef>
                <a:spcPts val="1000"/>
              </a:spcBef>
              <a:spcAft>
                <a:spcPts val="0"/>
              </a:spcAft>
              <a:buSzPts val="1760"/>
              <a:buFont typeface="Cambria"/>
              <a:buChar char="►"/>
            </a:pPr>
            <a:r>
              <a:rPr lang="en-NP">
                <a:latin typeface="Cambria"/>
                <a:ea typeface="Cambria"/>
                <a:cs typeface="Cambria"/>
                <a:sym typeface="Cambria"/>
              </a:rPr>
              <a:t>Level 2: font size:  22 pts (if required)</a:t>
            </a:r>
            <a:endParaRPr>
              <a:latin typeface="Cambria"/>
              <a:ea typeface="Cambria"/>
              <a:cs typeface="Cambria"/>
              <a:sym typeface="Cambria"/>
            </a:endParaRPr>
          </a:p>
        </p:txBody>
      </p:sp>
      <p:sp>
        <p:nvSpPr>
          <p:cNvPr id="66" name="Google Shape;66;p6"/>
          <p:cNvSpPr txBox="1"/>
          <p:nvPr>
            <p:ph idx="12" type="sldNum"/>
          </p:nvPr>
        </p:nvSpPr>
        <p:spPr>
          <a:xfrm>
            <a:off x="11310438" y="6314637"/>
            <a:ext cx="6834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NP"/>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7"/>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b="1" lang="en-NP">
                <a:latin typeface="Cambria"/>
                <a:ea typeface="Cambria"/>
                <a:cs typeface="Cambria"/>
                <a:sym typeface="Cambria"/>
              </a:rPr>
              <a:t>Problem Statement [FONT-SIZE: 36pts]</a:t>
            </a:r>
            <a:endParaRPr b="1">
              <a:latin typeface="Cambria"/>
              <a:ea typeface="Cambria"/>
              <a:cs typeface="Cambria"/>
              <a:sym typeface="Cambria"/>
            </a:endParaRPr>
          </a:p>
        </p:txBody>
      </p:sp>
      <p:sp>
        <p:nvSpPr>
          <p:cNvPr id="73" name="Google Shape;73;p7"/>
          <p:cNvSpPr txBox="1"/>
          <p:nvPr>
            <p:ph idx="1" type="body"/>
          </p:nvPr>
        </p:nvSpPr>
        <p:spPr>
          <a:xfrm>
            <a:off x="677325" y="1697600"/>
            <a:ext cx="10266900" cy="46170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920"/>
              <a:buFont typeface="Cambria"/>
              <a:buChar char="►"/>
            </a:pPr>
            <a:r>
              <a:rPr lang="en-NP">
                <a:latin typeface="Cambria"/>
                <a:ea typeface="Cambria"/>
                <a:cs typeface="Cambria"/>
                <a:sym typeface="Cambria"/>
              </a:rPr>
              <a:t>Level 1 : font size 24 pts</a:t>
            </a:r>
            <a:endParaRPr>
              <a:latin typeface="Cambria"/>
              <a:ea typeface="Cambria"/>
              <a:cs typeface="Cambria"/>
              <a:sym typeface="Cambria"/>
            </a:endParaRPr>
          </a:p>
          <a:p>
            <a:pPr indent="-285750" lvl="1" marL="742950" rtl="0" algn="l">
              <a:spcBef>
                <a:spcPts val="1000"/>
              </a:spcBef>
              <a:spcAft>
                <a:spcPts val="0"/>
              </a:spcAft>
              <a:buSzPts val="1760"/>
              <a:buFont typeface="Cambria"/>
              <a:buChar char="►"/>
            </a:pPr>
            <a:r>
              <a:rPr lang="en-NP">
                <a:latin typeface="Cambria"/>
                <a:ea typeface="Cambria"/>
                <a:cs typeface="Cambria"/>
                <a:sym typeface="Cambria"/>
              </a:rPr>
              <a:t>Level 2: font size: 22 pts (if required)</a:t>
            </a:r>
            <a:endParaRPr>
              <a:latin typeface="Cambria"/>
              <a:ea typeface="Cambria"/>
              <a:cs typeface="Cambria"/>
              <a:sym typeface="Cambria"/>
            </a:endParaRPr>
          </a:p>
        </p:txBody>
      </p:sp>
      <p:sp>
        <p:nvSpPr>
          <p:cNvPr id="74" name="Google Shape;74;p7"/>
          <p:cNvSpPr txBox="1"/>
          <p:nvPr>
            <p:ph idx="12" type="sldNum"/>
          </p:nvPr>
        </p:nvSpPr>
        <p:spPr>
          <a:xfrm>
            <a:off x="11310438" y="6314637"/>
            <a:ext cx="6834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NP"/>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8"/>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b="1" lang="en-NP">
                <a:latin typeface="Cambria"/>
                <a:ea typeface="Cambria"/>
                <a:cs typeface="Cambria"/>
                <a:sym typeface="Cambria"/>
              </a:rPr>
              <a:t>Motivation [FONT-SIZE: 36pts]</a:t>
            </a:r>
            <a:endParaRPr b="1">
              <a:latin typeface="Cambria"/>
              <a:ea typeface="Cambria"/>
              <a:cs typeface="Cambria"/>
              <a:sym typeface="Cambria"/>
            </a:endParaRPr>
          </a:p>
        </p:txBody>
      </p:sp>
      <p:sp>
        <p:nvSpPr>
          <p:cNvPr id="81" name="Google Shape;81;p8"/>
          <p:cNvSpPr txBox="1"/>
          <p:nvPr>
            <p:ph idx="1" type="body"/>
          </p:nvPr>
        </p:nvSpPr>
        <p:spPr>
          <a:xfrm>
            <a:off x="677325" y="1697600"/>
            <a:ext cx="10266900" cy="46170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920"/>
              <a:buFont typeface="Cambria"/>
              <a:buChar char="►"/>
            </a:pPr>
            <a:r>
              <a:rPr lang="en-NP">
                <a:latin typeface="Cambria"/>
                <a:ea typeface="Cambria"/>
                <a:cs typeface="Cambria"/>
                <a:sym typeface="Cambria"/>
              </a:rPr>
              <a:t>Level 1 : font size 24 pts</a:t>
            </a:r>
            <a:endParaRPr>
              <a:latin typeface="Cambria"/>
              <a:ea typeface="Cambria"/>
              <a:cs typeface="Cambria"/>
              <a:sym typeface="Cambria"/>
            </a:endParaRPr>
          </a:p>
          <a:p>
            <a:pPr indent="-285750" lvl="1" marL="742950" rtl="0" algn="l">
              <a:spcBef>
                <a:spcPts val="1000"/>
              </a:spcBef>
              <a:spcAft>
                <a:spcPts val="0"/>
              </a:spcAft>
              <a:buSzPts val="1760"/>
              <a:buFont typeface="Cambria"/>
              <a:buChar char="►"/>
            </a:pPr>
            <a:r>
              <a:rPr lang="en-NP">
                <a:latin typeface="Cambria"/>
                <a:ea typeface="Cambria"/>
                <a:cs typeface="Cambria"/>
                <a:sym typeface="Cambria"/>
              </a:rPr>
              <a:t>Level 2: font size: 22 pts (if required)</a:t>
            </a:r>
            <a:endParaRPr>
              <a:latin typeface="Cambria"/>
              <a:ea typeface="Cambria"/>
              <a:cs typeface="Cambria"/>
              <a:sym typeface="Cambria"/>
            </a:endParaRPr>
          </a:p>
        </p:txBody>
      </p:sp>
      <p:sp>
        <p:nvSpPr>
          <p:cNvPr id="82" name="Google Shape;82;p8"/>
          <p:cNvSpPr txBox="1"/>
          <p:nvPr>
            <p:ph idx="12" type="sldNum"/>
          </p:nvPr>
        </p:nvSpPr>
        <p:spPr>
          <a:xfrm>
            <a:off x="11310438" y="6314637"/>
            <a:ext cx="6834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NP"/>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9"/>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b="1" lang="en-NP">
                <a:latin typeface="Cambria"/>
                <a:ea typeface="Cambria"/>
                <a:cs typeface="Cambria"/>
                <a:sym typeface="Cambria"/>
              </a:rPr>
              <a:t>Objective [FONT-SIZE: 36pts]</a:t>
            </a:r>
            <a:endParaRPr b="1">
              <a:latin typeface="Cambria"/>
              <a:ea typeface="Cambria"/>
              <a:cs typeface="Cambria"/>
              <a:sym typeface="Cambria"/>
            </a:endParaRPr>
          </a:p>
        </p:txBody>
      </p:sp>
      <p:sp>
        <p:nvSpPr>
          <p:cNvPr id="89" name="Google Shape;89;p9"/>
          <p:cNvSpPr txBox="1"/>
          <p:nvPr>
            <p:ph idx="1" type="body"/>
          </p:nvPr>
        </p:nvSpPr>
        <p:spPr>
          <a:xfrm>
            <a:off x="677325" y="1697600"/>
            <a:ext cx="10266900" cy="46170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920"/>
              <a:buFont typeface="Cambria"/>
              <a:buChar char="►"/>
            </a:pPr>
            <a:r>
              <a:rPr lang="en-NP">
                <a:latin typeface="Cambria"/>
                <a:ea typeface="Cambria"/>
                <a:cs typeface="Cambria"/>
                <a:sym typeface="Cambria"/>
              </a:rPr>
              <a:t>Level 1 : font size 24 pts</a:t>
            </a:r>
            <a:endParaRPr>
              <a:latin typeface="Cambria"/>
              <a:ea typeface="Cambria"/>
              <a:cs typeface="Cambria"/>
              <a:sym typeface="Cambria"/>
            </a:endParaRPr>
          </a:p>
          <a:p>
            <a:pPr indent="-285750" lvl="1" marL="742950" rtl="0" algn="l">
              <a:spcBef>
                <a:spcPts val="1000"/>
              </a:spcBef>
              <a:spcAft>
                <a:spcPts val="0"/>
              </a:spcAft>
              <a:buSzPts val="1760"/>
              <a:buFont typeface="Cambria"/>
              <a:buChar char="►"/>
            </a:pPr>
            <a:r>
              <a:rPr lang="en-NP">
                <a:latin typeface="Cambria"/>
                <a:ea typeface="Cambria"/>
                <a:cs typeface="Cambria"/>
                <a:sym typeface="Cambria"/>
              </a:rPr>
              <a:t>Level 2: font size: 22 pts (if required)</a:t>
            </a:r>
            <a:endParaRPr>
              <a:latin typeface="Cambria"/>
              <a:ea typeface="Cambria"/>
              <a:cs typeface="Cambria"/>
              <a:sym typeface="Cambria"/>
            </a:endParaRPr>
          </a:p>
        </p:txBody>
      </p:sp>
      <p:sp>
        <p:nvSpPr>
          <p:cNvPr id="90" name="Google Shape;90;p9"/>
          <p:cNvSpPr txBox="1"/>
          <p:nvPr>
            <p:ph idx="12" type="sldNum"/>
          </p:nvPr>
        </p:nvSpPr>
        <p:spPr>
          <a:xfrm>
            <a:off x="11310438" y="6314637"/>
            <a:ext cx="6834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NP"/>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0"/>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b="1" lang="en-NP">
                <a:latin typeface="Cambria"/>
                <a:ea typeface="Cambria"/>
                <a:cs typeface="Cambria"/>
                <a:sym typeface="Cambria"/>
              </a:rPr>
              <a:t>Features [FONT-SIZE: 36pts]</a:t>
            </a:r>
            <a:endParaRPr b="1">
              <a:latin typeface="Cambria"/>
              <a:ea typeface="Cambria"/>
              <a:cs typeface="Cambria"/>
              <a:sym typeface="Cambria"/>
            </a:endParaRPr>
          </a:p>
        </p:txBody>
      </p:sp>
      <p:sp>
        <p:nvSpPr>
          <p:cNvPr id="97" name="Google Shape;97;p10"/>
          <p:cNvSpPr txBox="1"/>
          <p:nvPr>
            <p:ph idx="1" type="body"/>
          </p:nvPr>
        </p:nvSpPr>
        <p:spPr>
          <a:xfrm>
            <a:off x="677325" y="1697600"/>
            <a:ext cx="10266900" cy="46170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920"/>
              <a:buFont typeface="Cambria"/>
              <a:buChar char="►"/>
            </a:pPr>
            <a:r>
              <a:rPr lang="en-NP">
                <a:latin typeface="Cambria"/>
                <a:ea typeface="Cambria"/>
                <a:cs typeface="Cambria"/>
                <a:sym typeface="Cambria"/>
              </a:rPr>
              <a:t>Level 1 : font size 24 pts</a:t>
            </a:r>
            <a:endParaRPr>
              <a:latin typeface="Cambria"/>
              <a:ea typeface="Cambria"/>
              <a:cs typeface="Cambria"/>
              <a:sym typeface="Cambria"/>
            </a:endParaRPr>
          </a:p>
          <a:p>
            <a:pPr indent="-285750" lvl="1" marL="742950" rtl="0" algn="l">
              <a:spcBef>
                <a:spcPts val="1000"/>
              </a:spcBef>
              <a:spcAft>
                <a:spcPts val="0"/>
              </a:spcAft>
              <a:buSzPts val="1760"/>
              <a:buFont typeface="Cambria"/>
              <a:buChar char="►"/>
            </a:pPr>
            <a:r>
              <a:rPr lang="en-NP">
                <a:latin typeface="Cambria"/>
                <a:ea typeface="Cambria"/>
                <a:cs typeface="Cambria"/>
                <a:sym typeface="Cambria"/>
              </a:rPr>
              <a:t>Level 2: font size: 22 pts (if required)</a:t>
            </a:r>
            <a:endParaRPr>
              <a:latin typeface="Cambria"/>
              <a:ea typeface="Cambria"/>
              <a:cs typeface="Cambria"/>
              <a:sym typeface="Cambria"/>
            </a:endParaRPr>
          </a:p>
        </p:txBody>
      </p:sp>
      <p:sp>
        <p:nvSpPr>
          <p:cNvPr id="98" name="Google Shape;98;p10"/>
          <p:cNvSpPr txBox="1"/>
          <p:nvPr>
            <p:ph idx="12" type="sldNum"/>
          </p:nvPr>
        </p:nvSpPr>
        <p:spPr>
          <a:xfrm>
            <a:off x="11310438" y="6314637"/>
            <a:ext cx="6834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NP"/>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1"/>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b="1" lang="en-NP">
                <a:latin typeface="Cambria"/>
                <a:ea typeface="Cambria"/>
                <a:cs typeface="Cambria"/>
                <a:sym typeface="Cambria"/>
              </a:rPr>
              <a:t>Platform/Dev. Environment</a:t>
            </a:r>
            <a:endParaRPr b="1">
              <a:latin typeface="Cambria"/>
              <a:ea typeface="Cambria"/>
              <a:cs typeface="Cambria"/>
              <a:sym typeface="Cambria"/>
            </a:endParaRPr>
          </a:p>
        </p:txBody>
      </p:sp>
      <p:sp>
        <p:nvSpPr>
          <p:cNvPr id="105" name="Google Shape;105;p11"/>
          <p:cNvSpPr txBox="1"/>
          <p:nvPr>
            <p:ph idx="1" type="body"/>
          </p:nvPr>
        </p:nvSpPr>
        <p:spPr>
          <a:xfrm>
            <a:off x="677325" y="1697600"/>
            <a:ext cx="10266900" cy="46170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920"/>
              <a:buFont typeface="Cambria"/>
              <a:buChar char="►"/>
            </a:pPr>
            <a:r>
              <a:rPr lang="en-NP">
                <a:latin typeface="Cambria"/>
                <a:ea typeface="Cambria"/>
                <a:cs typeface="Cambria"/>
                <a:sym typeface="Cambria"/>
              </a:rPr>
              <a:t>Level 1 : font size 24 pts</a:t>
            </a:r>
            <a:endParaRPr>
              <a:latin typeface="Cambria"/>
              <a:ea typeface="Cambria"/>
              <a:cs typeface="Cambria"/>
              <a:sym typeface="Cambria"/>
            </a:endParaRPr>
          </a:p>
          <a:p>
            <a:pPr indent="-285750" lvl="1" marL="742950" rtl="0" algn="l">
              <a:spcBef>
                <a:spcPts val="1000"/>
              </a:spcBef>
              <a:spcAft>
                <a:spcPts val="0"/>
              </a:spcAft>
              <a:buSzPts val="1760"/>
              <a:buFont typeface="Cambria"/>
              <a:buChar char="►"/>
            </a:pPr>
            <a:r>
              <a:rPr lang="en-NP">
                <a:latin typeface="Cambria"/>
                <a:ea typeface="Cambria"/>
                <a:cs typeface="Cambria"/>
                <a:sym typeface="Cambria"/>
              </a:rPr>
              <a:t>Level 2: font size: 22 pts (if required)</a:t>
            </a:r>
            <a:endParaRPr>
              <a:latin typeface="Cambria"/>
              <a:ea typeface="Cambria"/>
              <a:cs typeface="Cambria"/>
              <a:sym typeface="Cambria"/>
            </a:endParaRPr>
          </a:p>
        </p:txBody>
      </p:sp>
      <p:sp>
        <p:nvSpPr>
          <p:cNvPr id="106" name="Google Shape;106;p11"/>
          <p:cNvSpPr txBox="1"/>
          <p:nvPr>
            <p:ph idx="12" type="sldNum"/>
          </p:nvPr>
        </p:nvSpPr>
        <p:spPr>
          <a:xfrm>
            <a:off x="11310438" y="6314637"/>
            <a:ext cx="6834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NP"/>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2"/>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b="1" lang="en-NP">
                <a:latin typeface="Cambria"/>
                <a:ea typeface="Cambria"/>
                <a:cs typeface="Cambria"/>
                <a:sym typeface="Cambria"/>
              </a:rPr>
              <a:t>Planned Timeline/Gantt Chart</a:t>
            </a:r>
            <a:endParaRPr b="1">
              <a:latin typeface="Cambria"/>
              <a:ea typeface="Cambria"/>
              <a:cs typeface="Cambria"/>
              <a:sym typeface="Cambria"/>
            </a:endParaRPr>
          </a:p>
        </p:txBody>
      </p:sp>
      <p:sp>
        <p:nvSpPr>
          <p:cNvPr id="113" name="Google Shape;113;p12"/>
          <p:cNvSpPr txBox="1"/>
          <p:nvPr>
            <p:ph idx="12" type="sldNum"/>
          </p:nvPr>
        </p:nvSpPr>
        <p:spPr>
          <a:xfrm>
            <a:off x="11310438" y="6314637"/>
            <a:ext cx="6834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NP"/>
              <a:t>‹#›</a:t>
            </a:fld>
            <a:endParaRPr/>
          </a:p>
        </p:txBody>
      </p:sp>
      <p:pic>
        <p:nvPicPr>
          <p:cNvPr id="114" name="Google Shape;114;p12"/>
          <p:cNvPicPr preferRelativeResize="0"/>
          <p:nvPr/>
        </p:nvPicPr>
        <p:blipFill>
          <a:blip r:embed="rId3">
            <a:alphaModFix/>
          </a:blip>
          <a:stretch>
            <a:fillRect/>
          </a:stretch>
        </p:blipFill>
        <p:spPr>
          <a:xfrm>
            <a:off x="809775" y="1489000"/>
            <a:ext cx="10417272" cy="49780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13"/>
          <p:cNvSpPr txBox="1"/>
          <p:nvPr>
            <p:ph type="title"/>
          </p:nvPr>
        </p:nvSpPr>
        <p:spPr>
          <a:xfrm>
            <a:off x="677334" y="609600"/>
            <a:ext cx="8596800" cy="13209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b="1" lang="en-NP">
                <a:latin typeface="Cambria"/>
                <a:ea typeface="Cambria"/>
                <a:cs typeface="Cambria"/>
                <a:sym typeface="Cambria"/>
              </a:rPr>
              <a:t>Business Model </a:t>
            </a:r>
            <a:r>
              <a:rPr b="1" lang="en-NP" sz="2200">
                <a:latin typeface="Cambria"/>
                <a:ea typeface="Cambria"/>
                <a:cs typeface="Cambria"/>
                <a:sym typeface="Cambria"/>
              </a:rPr>
              <a:t>[for Final Year Project Only]</a:t>
            </a:r>
            <a:endParaRPr b="1" sz="2200">
              <a:latin typeface="Cambria"/>
              <a:ea typeface="Cambria"/>
              <a:cs typeface="Cambria"/>
              <a:sym typeface="Cambria"/>
            </a:endParaRPr>
          </a:p>
        </p:txBody>
      </p:sp>
      <p:sp>
        <p:nvSpPr>
          <p:cNvPr id="121" name="Google Shape;121;p13"/>
          <p:cNvSpPr txBox="1"/>
          <p:nvPr>
            <p:ph idx="1" type="body"/>
          </p:nvPr>
        </p:nvSpPr>
        <p:spPr>
          <a:xfrm>
            <a:off x="677325" y="1697600"/>
            <a:ext cx="10266900" cy="46170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920"/>
              <a:buFont typeface="Cambria"/>
              <a:buChar char="►"/>
            </a:pPr>
            <a:r>
              <a:rPr lang="en-NP">
                <a:latin typeface="Cambria"/>
                <a:ea typeface="Cambria"/>
                <a:cs typeface="Cambria"/>
                <a:sym typeface="Cambria"/>
              </a:rPr>
              <a:t>Level 1 : font size 24 pts</a:t>
            </a:r>
            <a:endParaRPr>
              <a:latin typeface="Cambria"/>
              <a:ea typeface="Cambria"/>
              <a:cs typeface="Cambria"/>
              <a:sym typeface="Cambria"/>
            </a:endParaRPr>
          </a:p>
          <a:p>
            <a:pPr indent="-285750" lvl="1" marL="742950" rtl="0" algn="l">
              <a:spcBef>
                <a:spcPts val="1000"/>
              </a:spcBef>
              <a:spcAft>
                <a:spcPts val="0"/>
              </a:spcAft>
              <a:buSzPts val="1760"/>
              <a:buFont typeface="Cambria"/>
              <a:buChar char="►"/>
            </a:pPr>
            <a:r>
              <a:rPr lang="en-NP">
                <a:latin typeface="Cambria"/>
                <a:ea typeface="Cambria"/>
                <a:cs typeface="Cambria"/>
                <a:sym typeface="Cambria"/>
              </a:rPr>
              <a:t>Level 2: font size: 22 pts (if required)</a:t>
            </a:r>
            <a:endParaRPr>
              <a:latin typeface="Cambria"/>
              <a:ea typeface="Cambria"/>
              <a:cs typeface="Cambria"/>
              <a:sym typeface="Cambria"/>
            </a:endParaRPr>
          </a:p>
        </p:txBody>
      </p:sp>
      <p:sp>
        <p:nvSpPr>
          <p:cNvPr id="122" name="Google Shape;122;p13"/>
          <p:cNvSpPr txBox="1"/>
          <p:nvPr>
            <p:ph idx="12" type="sldNum"/>
          </p:nvPr>
        </p:nvSpPr>
        <p:spPr>
          <a:xfrm>
            <a:off x="11310438" y="6314637"/>
            <a:ext cx="6834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NP"/>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4"/>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b="1" lang="en-NP">
                <a:latin typeface="Cambria"/>
                <a:ea typeface="Cambria"/>
                <a:cs typeface="Cambria"/>
                <a:sym typeface="Cambria"/>
              </a:rPr>
              <a:t>Conclusion [FONT-SIZE: 36pts]</a:t>
            </a:r>
            <a:endParaRPr b="1">
              <a:latin typeface="Cambria"/>
              <a:ea typeface="Cambria"/>
              <a:cs typeface="Cambria"/>
              <a:sym typeface="Cambria"/>
            </a:endParaRPr>
          </a:p>
        </p:txBody>
      </p:sp>
      <p:sp>
        <p:nvSpPr>
          <p:cNvPr id="129" name="Google Shape;129;p14"/>
          <p:cNvSpPr txBox="1"/>
          <p:nvPr>
            <p:ph idx="1" type="body"/>
          </p:nvPr>
        </p:nvSpPr>
        <p:spPr>
          <a:xfrm>
            <a:off x="677325" y="1697600"/>
            <a:ext cx="10266900" cy="46170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920"/>
              <a:buFont typeface="Cambria"/>
              <a:buChar char="►"/>
            </a:pPr>
            <a:r>
              <a:rPr lang="en-NP">
                <a:latin typeface="Cambria"/>
                <a:ea typeface="Cambria"/>
                <a:cs typeface="Cambria"/>
                <a:sym typeface="Cambria"/>
              </a:rPr>
              <a:t>Level 1 : font size 24 pts</a:t>
            </a:r>
            <a:endParaRPr>
              <a:latin typeface="Cambria"/>
              <a:ea typeface="Cambria"/>
              <a:cs typeface="Cambria"/>
              <a:sym typeface="Cambria"/>
            </a:endParaRPr>
          </a:p>
          <a:p>
            <a:pPr indent="-285750" lvl="1" marL="742950" rtl="0" algn="l">
              <a:spcBef>
                <a:spcPts val="1000"/>
              </a:spcBef>
              <a:spcAft>
                <a:spcPts val="0"/>
              </a:spcAft>
              <a:buSzPts val="1760"/>
              <a:buFont typeface="Cambria"/>
              <a:buChar char="►"/>
            </a:pPr>
            <a:r>
              <a:rPr lang="en-NP">
                <a:latin typeface="Cambria"/>
                <a:ea typeface="Cambria"/>
                <a:cs typeface="Cambria"/>
                <a:sym typeface="Cambria"/>
              </a:rPr>
              <a:t>Level 2: font size: 22 pts (if required)</a:t>
            </a:r>
            <a:endParaRPr>
              <a:latin typeface="Cambria"/>
              <a:ea typeface="Cambria"/>
              <a:cs typeface="Cambria"/>
              <a:sym typeface="Cambria"/>
            </a:endParaRPr>
          </a:p>
        </p:txBody>
      </p:sp>
      <p:sp>
        <p:nvSpPr>
          <p:cNvPr id="130" name="Google Shape;130;p14"/>
          <p:cNvSpPr txBox="1"/>
          <p:nvPr>
            <p:ph idx="12" type="sldNum"/>
          </p:nvPr>
        </p:nvSpPr>
        <p:spPr>
          <a:xfrm>
            <a:off x="11310438" y="6314637"/>
            <a:ext cx="6834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NP"/>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15"/>
          <p:cNvSpPr txBox="1"/>
          <p:nvPr>
            <p:ph type="title"/>
          </p:nvPr>
        </p:nvSpPr>
        <p:spPr>
          <a:xfrm>
            <a:off x="677334" y="609600"/>
            <a:ext cx="8596800" cy="13209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b="1" lang="en-NP">
                <a:latin typeface="Cambria"/>
                <a:ea typeface="Cambria"/>
                <a:cs typeface="Cambria"/>
                <a:sym typeface="Cambria"/>
              </a:rPr>
              <a:t>Questions/Queries…</a:t>
            </a:r>
            <a:endParaRPr b="1">
              <a:latin typeface="Cambria"/>
              <a:ea typeface="Cambria"/>
              <a:cs typeface="Cambria"/>
              <a:sym typeface="Cambria"/>
            </a:endParaRPr>
          </a:p>
        </p:txBody>
      </p:sp>
      <p:sp>
        <p:nvSpPr>
          <p:cNvPr id="137" name="Google Shape;137;p15"/>
          <p:cNvSpPr txBox="1"/>
          <p:nvPr>
            <p:ph idx="1" type="body"/>
          </p:nvPr>
        </p:nvSpPr>
        <p:spPr>
          <a:xfrm>
            <a:off x="677325" y="1697600"/>
            <a:ext cx="10266900" cy="46170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920"/>
              <a:buFont typeface="Cambria"/>
              <a:buChar char="►"/>
            </a:pPr>
            <a:r>
              <a:t/>
            </a:r>
            <a:endParaRPr>
              <a:latin typeface="Cambria"/>
              <a:ea typeface="Cambria"/>
              <a:cs typeface="Cambria"/>
              <a:sym typeface="Cambria"/>
            </a:endParaRPr>
          </a:p>
        </p:txBody>
      </p:sp>
      <p:sp>
        <p:nvSpPr>
          <p:cNvPr id="138" name="Google Shape;138;p15"/>
          <p:cNvSpPr txBox="1"/>
          <p:nvPr>
            <p:ph idx="12" type="sldNum"/>
          </p:nvPr>
        </p:nvSpPr>
        <p:spPr>
          <a:xfrm>
            <a:off x="11310438" y="6314637"/>
            <a:ext cx="6834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NP"/>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